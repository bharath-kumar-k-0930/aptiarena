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4"/>
    <p:sldId id="258" r:id="rId5"/>
    <p:sldId id="267" r:id="rId6"/>
    <p:sldId id="311" r:id="rId7"/>
    <p:sldId id="269" r:id="rId8"/>
    <p:sldId id="270" r:id="rId9"/>
    <p:sldId id="266" r:id="rId10"/>
    <p:sldId id="271" r:id="rId11"/>
    <p:sldId id="259" r:id="rId12"/>
    <p:sldId id="272" r:id="rId13"/>
    <p:sldId id="260" r:id="rId14"/>
    <p:sldId id="273" r:id="rId15"/>
    <p:sldId id="261" r:id="rId16"/>
    <p:sldId id="274" r:id="rId17"/>
    <p:sldId id="262" r:id="rId18"/>
    <p:sldId id="275" r:id="rId19"/>
    <p:sldId id="263"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D3170-6CB3-4C17-B8B0-49195D253965}" v="376" dt="2025-12-18T17:31:33.128"/>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092117-002A-4798-AC94-72F67326F8D5}"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EBE0CA8C-4DDA-4461-BEAB-220F169C4315}">
      <dgm:prSet/>
      <dgm:spPr/>
      <dgm:t>
        <a:bodyPr/>
        <a:lstStyle/>
        <a:p>
          <a:r>
            <a:rPr lang="en-IN" b="0" i="0" baseline="0"/>
            <a:t>Answer: Father</a:t>
          </a:r>
          <a:endParaRPr lang="en-US"/>
        </a:p>
      </dgm:t>
    </dgm:pt>
    <dgm:pt modelId="{88250A33-5D0D-4DFD-BEBB-77E710A3DAD4}" type="parTrans" cxnId="{45D8D635-1C83-4EAB-81D5-AC187B69283C}">
      <dgm:prSet/>
      <dgm:spPr/>
      <dgm:t>
        <a:bodyPr/>
        <a:lstStyle/>
        <a:p>
          <a:endParaRPr lang="en-US"/>
        </a:p>
      </dgm:t>
    </dgm:pt>
    <dgm:pt modelId="{B089E956-4A13-4199-8310-0BB5BCFA3619}" type="sibTrans" cxnId="{45D8D635-1C83-4EAB-81D5-AC187B69283C}">
      <dgm:prSet/>
      <dgm:spPr/>
      <dgm:t>
        <a:bodyPr/>
        <a:lstStyle/>
        <a:p>
          <a:endParaRPr lang="en-US"/>
        </a:p>
      </dgm:t>
    </dgm:pt>
    <dgm:pt modelId="{CF4F7178-DBC3-471D-84B7-89C5719ED0B3}">
      <dgm:prSet/>
      <dgm:spPr/>
      <dgm:t>
        <a:bodyPr/>
        <a:lstStyle/>
        <a:p>
          <a:r>
            <a:rPr lang="en-IN" b="0" i="0" baseline="0"/>
            <a:t>Explanation:</a:t>
          </a:r>
          <a:endParaRPr lang="en-US"/>
        </a:p>
      </dgm:t>
    </dgm:pt>
    <dgm:pt modelId="{5B3A87DC-1266-4E8E-814A-A37C5443B832}" type="parTrans" cxnId="{0CD20D4E-3B4D-4027-9606-5222C24A936C}">
      <dgm:prSet/>
      <dgm:spPr/>
      <dgm:t>
        <a:bodyPr/>
        <a:lstStyle/>
        <a:p>
          <a:endParaRPr lang="en-US"/>
        </a:p>
      </dgm:t>
    </dgm:pt>
    <dgm:pt modelId="{47B1A61B-5B29-428E-9479-9596A6086250}" type="sibTrans" cxnId="{0CD20D4E-3B4D-4027-9606-5222C24A936C}">
      <dgm:prSet/>
      <dgm:spPr/>
      <dgm:t>
        <a:bodyPr/>
        <a:lstStyle/>
        <a:p>
          <a:endParaRPr lang="en-US"/>
        </a:p>
      </dgm:t>
    </dgm:pt>
    <dgm:pt modelId="{987AA0A8-BF2B-4DFE-B5CA-F55868FD4D53}">
      <dgm:prSet/>
      <dgm:spPr/>
      <dgm:t>
        <a:bodyPr/>
        <a:lstStyle/>
        <a:p>
          <a:r>
            <a:rPr lang="en-IN" b="0" i="0" baseline="0"/>
            <a:t>The boy in the photograph is the son of Suresh. Hence, Suresh is the father.</a:t>
          </a:r>
          <a:endParaRPr lang="en-US"/>
        </a:p>
      </dgm:t>
    </dgm:pt>
    <dgm:pt modelId="{16D1B6DD-4917-4366-B63D-D180491A601D}" type="parTrans" cxnId="{72B38214-582A-449F-B334-0E37844AE7CC}">
      <dgm:prSet/>
      <dgm:spPr/>
      <dgm:t>
        <a:bodyPr/>
        <a:lstStyle/>
        <a:p>
          <a:endParaRPr lang="en-US"/>
        </a:p>
      </dgm:t>
    </dgm:pt>
    <dgm:pt modelId="{2195BDAF-CD78-48D9-B58F-1C45B0056596}" type="sibTrans" cxnId="{72B38214-582A-449F-B334-0E37844AE7CC}">
      <dgm:prSet/>
      <dgm:spPr/>
      <dgm:t>
        <a:bodyPr/>
        <a:lstStyle/>
        <a:p>
          <a:endParaRPr lang="en-US"/>
        </a:p>
      </dgm:t>
    </dgm:pt>
    <dgm:pt modelId="{64121A23-6557-4DAC-B697-4E64D5EBE579}" type="pres">
      <dgm:prSet presAssocID="{8C092117-002A-4798-AC94-72F67326F8D5}" presName="outerComposite" presStyleCnt="0">
        <dgm:presLayoutVars>
          <dgm:chMax val="5"/>
          <dgm:dir/>
          <dgm:resizeHandles val="exact"/>
        </dgm:presLayoutVars>
      </dgm:prSet>
      <dgm:spPr/>
    </dgm:pt>
    <dgm:pt modelId="{FFE6649D-71D8-46A8-9190-879E565328BD}" type="pres">
      <dgm:prSet presAssocID="{8C092117-002A-4798-AC94-72F67326F8D5}" presName="dummyMaxCanvas" presStyleCnt="0">
        <dgm:presLayoutVars/>
      </dgm:prSet>
      <dgm:spPr/>
    </dgm:pt>
    <dgm:pt modelId="{ED0D0D79-BD22-490D-8944-B2D7C84EF911}" type="pres">
      <dgm:prSet presAssocID="{8C092117-002A-4798-AC94-72F67326F8D5}" presName="ThreeNodes_1" presStyleLbl="node1" presStyleIdx="0" presStyleCnt="3">
        <dgm:presLayoutVars>
          <dgm:bulletEnabled val="1"/>
        </dgm:presLayoutVars>
      </dgm:prSet>
      <dgm:spPr/>
    </dgm:pt>
    <dgm:pt modelId="{D7A19FDD-6F62-447C-A1D3-B844058DC3B2}" type="pres">
      <dgm:prSet presAssocID="{8C092117-002A-4798-AC94-72F67326F8D5}" presName="ThreeNodes_2" presStyleLbl="node1" presStyleIdx="1" presStyleCnt="3">
        <dgm:presLayoutVars>
          <dgm:bulletEnabled val="1"/>
        </dgm:presLayoutVars>
      </dgm:prSet>
      <dgm:spPr/>
    </dgm:pt>
    <dgm:pt modelId="{AAB47B22-1B8C-4C74-90A6-25966E80CCC2}" type="pres">
      <dgm:prSet presAssocID="{8C092117-002A-4798-AC94-72F67326F8D5}" presName="ThreeNodes_3" presStyleLbl="node1" presStyleIdx="2" presStyleCnt="3">
        <dgm:presLayoutVars>
          <dgm:bulletEnabled val="1"/>
        </dgm:presLayoutVars>
      </dgm:prSet>
      <dgm:spPr/>
    </dgm:pt>
    <dgm:pt modelId="{CE7852B8-6A2F-4142-A989-434FEC643839}" type="pres">
      <dgm:prSet presAssocID="{8C092117-002A-4798-AC94-72F67326F8D5}" presName="ThreeConn_1-2" presStyleLbl="fgAccFollowNode1" presStyleIdx="0" presStyleCnt="2">
        <dgm:presLayoutVars>
          <dgm:bulletEnabled val="1"/>
        </dgm:presLayoutVars>
      </dgm:prSet>
      <dgm:spPr/>
    </dgm:pt>
    <dgm:pt modelId="{3CF9C7A6-6D4A-463B-86DB-5F8039CE11D7}" type="pres">
      <dgm:prSet presAssocID="{8C092117-002A-4798-AC94-72F67326F8D5}" presName="ThreeConn_2-3" presStyleLbl="fgAccFollowNode1" presStyleIdx="1" presStyleCnt="2">
        <dgm:presLayoutVars>
          <dgm:bulletEnabled val="1"/>
        </dgm:presLayoutVars>
      </dgm:prSet>
      <dgm:spPr/>
    </dgm:pt>
    <dgm:pt modelId="{D388ED7E-F5E2-47C6-8357-03D0EF7CD507}" type="pres">
      <dgm:prSet presAssocID="{8C092117-002A-4798-AC94-72F67326F8D5}" presName="ThreeNodes_1_text" presStyleLbl="node1" presStyleIdx="2" presStyleCnt="3">
        <dgm:presLayoutVars>
          <dgm:bulletEnabled val="1"/>
        </dgm:presLayoutVars>
      </dgm:prSet>
      <dgm:spPr/>
    </dgm:pt>
    <dgm:pt modelId="{C6AC9EE3-8763-48F3-B9A5-290038F437B1}" type="pres">
      <dgm:prSet presAssocID="{8C092117-002A-4798-AC94-72F67326F8D5}" presName="ThreeNodes_2_text" presStyleLbl="node1" presStyleIdx="2" presStyleCnt="3">
        <dgm:presLayoutVars>
          <dgm:bulletEnabled val="1"/>
        </dgm:presLayoutVars>
      </dgm:prSet>
      <dgm:spPr/>
    </dgm:pt>
    <dgm:pt modelId="{FDFF3272-027D-4D50-A880-CC5BE65AC38C}" type="pres">
      <dgm:prSet presAssocID="{8C092117-002A-4798-AC94-72F67326F8D5}" presName="ThreeNodes_3_text" presStyleLbl="node1" presStyleIdx="2" presStyleCnt="3">
        <dgm:presLayoutVars>
          <dgm:bulletEnabled val="1"/>
        </dgm:presLayoutVars>
      </dgm:prSet>
      <dgm:spPr/>
    </dgm:pt>
  </dgm:ptLst>
  <dgm:cxnLst>
    <dgm:cxn modelId="{72B38214-582A-449F-B334-0E37844AE7CC}" srcId="{8C092117-002A-4798-AC94-72F67326F8D5}" destId="{987AA0A8-BF2B-4DFE-B5CA-F55868FD4D53}" srcOrd="2" destOrd="0" parTransId="{16D1B6DD-4917-4366-B63D-D180491A601D}" sibTransId="{2195BDAF-CD78-48D9-B58F-1C45B0056596}"/>
    <dgm:cxn modelId="{5ED8E727-58D7-41C5-AA51-A673A74F5347}" type="presOf" srcId="{987AA0A8-BF2B-4DFE-B5CA-F55868FD4D53}" destId="{FDFF3272-027D-4D50-A880-CC5BE65AC38C}" srcOrd="1" destOrd="0" presId="urn:microsoft.com/office/officeart/2005/8/layout/vProcess5"/>
    <dgm:cxn modelId="{E1E9A529-2977-41B7-BFE1-0DF228A2CBE9}" type="presOf" srcId="{EBE0CA8C-4DDA-4461-BEAB-220F169C4315}" destId="{ED0D0D79-BD22-490D-8944-B2D7C84EF911}" srcOrd="0" destOrd="0" presId="urn:microsoft.com/office/officeart/2005/8/layout/vProcess5"/>
    <dgm:cxn modelId="{45D8D635-1C83-4EAB-81D5-AC187B69283C}" srcId="{8C092117-002A-4798-AC94-72F67326F8D5}" destId="{EBE0CA8C-4DDA-4461-BEAB-220F169C4315}" srcOrd="0" destOrd="0" parTransId="{88250A33-5D0D-4DFD-BEBB-77E710A3DAD4}" sibTransId="{B089E956-4A13-4199-8310-0BB5BCFA3619}"/>
    <dgm:cxn modelId="{EF34833A-5C95-41FC-96EE-FDAA12DF340C}" type="presOf" srcId="{CF4F7178-DBC3-471D-84B7-89C5719ED0B3}" destId="{C6AC9EE3-8763-48F3-B9A5-290038F437B1}" srcOrd="1" destOrd="0" presId="urn:microsoft.com/office/officeart/2005/8/layout/vProcess5"/>
    <dgm:cxn modelId="{16C1DA68-B8D0-47BF-9736-4DCC437F4644}" type="presOf" srcId="{B089E956-4A13-4199-8310-0BB5BCFA3619}" destId="{CE7852B8-6A2F-4142-A989-434FEC643839}" srcOrd="0" destOrd="0" presId="urn:microsoft.com/office/officeart/2005/8/layout/vProcess5"/>
    <dgm:cxn modelId="{0CD20D4E-3B4D-4027-9606-5222C24A936C}" srcId="{8C092117-002A-4798-AC94-72F67326F8D5}" destId="{CF4F7178-DBC3-471D-84B7-89C5719ED0B3}" srcOrd="1" destOrd="0" parTransId="{5B3A87DC-1266-4E8E-814A-A37C5443B832}" sibTransId="{47B1A61B-5B29-428E-9479-9596A6086250}"/>
    <dgm:cxn modelId="{08280C8D-B92C-4151-BD46-1EC3F861C4CD}" type="presOf" srcId="{47B1A61B-5B29-428E-9479-9596A6086250}" destId="{3CF9C7A6-6D4A-463B-86DB-5F8039CE11D7}" srcOrd="0" destOrd="0" presId="urn:microsoft.com/office/officeart/2005/8/layout/vProcess5"/>
    <dgm:cxn modelId="{254496AD-CDBF-46F6-B520-6C98A6EA8529}" type="presOf" srcId="{CF4F7178-DBC3-471D-84B7-89C5719ED0B3}" destId="{D7A19FDD-6F62-447C-A1D3-B844058DC3B2}" srcOrd="0" destOrd="0" presId="urn:microsoft.com/office/officeart/2005/8/layout/vProcess5"/>
    <dgm:cxn modelId="{667862AE-B91C-4747-8103-226C9BF6FA27}" type="presOf" srcId="{EBE0CA8C-4DDA-4461-BEAB-220F169C4315}" destId="{D388ED7E-F5E2-47C6-8357-03D0EF7CD507}" srcOrd="1" destOrd="0" presId="urn:microsoft.com/office/officeart/2005/8/layout/vProcess5"/>
    <dgm:cxn modelId="{883FEAC0-8E3F-4E7B-8861-CA56DEDB6AE8}" type="presOf" srcId="{987AA0A8-BF2B-4DFE-B5CA-F55868FD4D53}" destId="{AAB47B22-1B8C-4C74-90A6-25966E80CCC2}" srcOrd="0" destOrd="0" presId="urn:microsoft.com/office/officeart/2005/8/layout/vProcess5"/>
    <dgm:cxn modelId="{8464F4F6-A654-4C0F-99DC-F943D6FC6A34}" type="presOf" srcId="{8C092117-002A-4798-AC94-72F67326F8D5}" destId="{64121A23-6557-4DAC-B697-4E64D5EBE579}" srcOrd="0" destOrd="0" presId="urn:microsoft.com/office/officeart/2005/8/layout/vProcess5"/>
    <dgm:cxn modelId="{94DC44F2-BCD6-46DD-B1DF-F8B891345525}" type="presParOf" srcId="{64121A23-6557-4DAC-B697-4E64D5EBE579}" destId="{FFE6649D-71D8-46A8-9190-879E565328BD}" srcOrd="0" destOrd="0" presId="urn:microsoft.com/office/officeart/2005/8/layout/vProcess5"/>
    <dgm:cxn modelId="{F38C69FD-9756-4F49-87A4-B96EE33A5CAD}" type="presParOf" srcId="{64121A23-6557-4DAC-B697-4E64D5EBE579}" destId="{ED0D0D79-BD22-490D-8944-B2D7C84EF911}" srcOrd="1" destOrd="0" presId="urn:microsoft.com/office/officeart/2005/8/layout/vProcess5"/>
    <dgm:cxn modelId="{F3657F47-8374-4211-B6D9-3EEBDDE52811}" type="presParOf" srcId="{64121A23-6557-4DAC-B697-4E64D5EBE579}" destId="{D7A19FDD-6F62-447C-A1D3-B844058DC3B2}" srcOrd="2" destOrd="0" presId="urn:microsoft.com/office/officeart/2005/8/layout/vProcess5"/>
    <dgm:cxn modelId="{978F99CA-67C0-4C77-8B79-B135307F477B}" type="presParOf" srcId="{64121A23-6557-4DAC-B697-4E64D5EBE579}" destId="{AAB47B22-1B8C-4C74-90A6-25966E80CCC2}" srcOrd="3" destOrd="0" presId="urn:microsoft.com/office/officeart/2005/8/layout/vProcess5"/>
    <dgm:cxn modelId="{2F557888-5C1D-48EA-A563-FD4F04FAABAA}" type="presParOf" srcId="{64121A23-6557-4DAC-B697-4E64D5EBE579}" destId="{CE7852B8-6A2F-4142-A989-434FEC643839}" srcOrd="4" destOrd="0" presId="urn:microsoft.com/office/officeart/2005/8/layout/vProcess5"/>
    <dgm:cxn modelId="{7A6D4D76-3A94-4FCB-80F6-B5A1D07183AC}" type="presParOf" srcId="{64121A23-6557-4DAC-B697-4E64D5EBE579}" destId="{3CF9C7A6-6D4A-463B-86DB-5F8039CE11D7}" srcOrd="5" destOrd="0" presId="urn:microsoft.com/office/officeart/2005/8/layout/vProcess5"/>
    <dgm:cxn modelId="{EF7809D3-6E26-4044-B2AC-D861F24835AF}" type="presParOf" srcId="{64121A23-6557-4DAC-B697-4E64D5EBE579}" destId="{D388ED7E-F5E2-47C6-8357-03D0EF7CD507}" srcOrd="6" destOrd="0" presId="urn:microsoft.com/office/officeart/2005/8/layout/vProcess5"/>
    <dgm:cxn modelId="{ECCBC6C4-7953-4F65-BC58-7EADA18CEC33}" type="presParOf" srcId="{64121A23-6557-4DAC-B697-4E64D5EBE579}" destId="{C6AC9EE3-8763-48F3-B9A5-290038F437B1}" srcOrd="7" destOrd="0" presId="urn:microsoft.com/office/officeart/2005/8/layout/vProcess5"/>
    <dgm:cxn modelId="{8E187ED5-B800-460F-9816-C622FD393C80}" type="presParOf" srcId="{64121A23-6557-4DAC-B697-4E64D5EBE579}" destId="{FDFF3272-027D-4D50-A880-CC5BE65AC38C}"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1B9A22-6136-43EF-ADC4-028C19B0C9FE}"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2FCA8B0B-1FCB-43D2-99BE-9065AEA248E5}">
      <dgm:prSet/>
      <dgm:spPr/>
      <dgm:t>
        <a:bodyPr/>
        <a:lstStyle/>
        <a:p>
          <a:r>
            <a:rPr lang="en-IN"/>
            <a:t>Answer: Cannot be determined</a:t>
          </a:r>
          <a:endParaRPr lang="en-US"/>
        </a:p>
      </dgm:t>
    </dgm:pt>
    <dgm:pt modelId="{B4159A97-174E-49B7-B704-462A60525E09}" type="parTrans" cxnId="{454DADB5-A015-4091-BD7C-11CF2EA18D49}">
      <dgm:prSet/>
      <dgm:spPr/>
      <dgm:t>
        <a:bodyPr/>
        <a:lstStyle/>
        <a:p>
          <a:endParaRPr lang="en-US"/>
        </a:p>
      </dgm:t>
    </dgm:pt>
    <dgm:pt modelId="{985EB49D-1815-4431-A65D-BD44D37E895A}" type="sibTrans" cxnId="{454DADB5-A015-4091-BD7C-11CF2EA18D49}">
      <dgm:prSet/>
      <dgm:spPr/>
      <dgm:t>
        <a:bodyPr/>
        <a:lstStyle/>
        <a:p>
          <a:endParaRPr lang="en-US"/>
        </a:p>
      </dgm:t>
    </dgm:pt>
    <dgm:pt modelId="{F312B6B1-4912-470A-B572-6CAB32F69435}">
      <dgm:prSet/>
      <dgm:spPr/>
      <dgm:t>
        <a:bodyPr/>
        <a:lstStyle/>
        <a:p>
          <a:r>
            <a:rPr lang="en-IN"/>
            <a:t>Explanation:</a:t>
          </a:r>
          <a:endParaRPr lang="en-US"/>
        </a:p>
      </dgm:t>
    </dgm:pt>
    <dgm:pt modelId="{830E80CB-4050-46BC-85B8-E3CA69854FA8}" type="parTrans" cxnId="{3DFDF1F6-C0FB-4B4E-A509-A72B88DE7D7F}">
      <dgm:prSet/>
      <dgm:spPr/>
      <dgm:t>
        <a:bodyPr/>
        <a:lstStyle/>
        <a:p>
          <a:endParaRPr lang="en-US"/>
        </a:p>
      </dgm:t>
    </dgm:pt>
    <dgm:pt modelId="{ACBC6C37-B0FE-40E5-9428-7E9B1AC49BEC}" type="sibTrans" cxnId="{3DFDF1F6-C0FB-4B4E-A509-A72B88DE7D7F}">
      <dgm:prSet/>
      <dgm:spPr/>
      <dgm:t>
        <a:bodyPr/>
        <a:lstStyle/>
        <a:p>
          <a:endParaRPr lang="en-US"/>
        </a:p>
      </dgm:t>
    </dgm:pt>
    <dgm:pt modelId="{80EC6AB1-FCB9-4CA3-A3A2-9E9ADD80C21A}">
      <dgm:prSet/>
      <dgm:spPr/>
      <dgm:t>
        <a:bodyPr/>
        <a:lstStyle/>
        <a:p>
          <a:r>
            <a:rPr lang="en-IN"/>
            <a:t>If D is Male → Nephew</a:t>
          </a:r>
          <a:endParaRPr lang="en-US"/>
        </a:p>
      </dgm:t>
    </dgm:pt>
    <dgm:pt modelId="{4E9166FC-E552-4E48-9E67-D80481542B02}" type="parTrans" cxnId="{D44BCD5D-0C27-40E9-B048-8B9F908E9FEC}">
      <dgm:prSet/>
      <dgm:spPr/>
      <dgm:t>
        <a:bodyPr/>
        <a:lstStyle/>
        <a:p>
          <a:endParaRPr lang="en-US"/>
        </a:p>
      </dgm:t>
    </dgm:pt>
    <dgm:pt modelId="{B212FEE4-D2A2-46EE-93BD-4F3CD9D2F0A0}" type="sibTrans" cxnId="{D44BCD5D-0C27-40E9-B048-8B9F908E9FEC}">
      <dgm:prSet/>
      <dgm:spPr/>
      <dgm:t>
        <a:bodyPr/>
        <a:lstStyle/>
        <a:p>
          <a:endParaRPr lang="en-US"/>
        </a:p>
      </dgm:t>
    </dgm:pt>
    <dgm:pt modelId="{C9FA2ED0-4CF8-4067-B24F-FDCBD77947C7}">
      <dgm:prSet/>
      <dgm:spPr/>
      <dgm:t>
        <a:bodyPr/>
        <a:lstStyle/>
        <a:p>
          <a:r>
            <a:rPr lang="en-IN"/>
            <a:t>If D is Female → Niece</a:t>
          </a:r>
          <a:endParaRPr lang="en-US"/>
        </a:p>
      </dgm:t>
    </dgm:pt>
    <dgm:pt modelId="{6E4B3E6F-C19A-478D-BBB5-8071B0317940}" type="parTrans" cxnId="{D3B441E9-DEC0-4333-B0B5-EA53EA6C0E04}">
      <dgm:prSet/>
      <dgm:spPr/>
      <dgm:t>
        <a:bodyPr/>
        <a:lstStyle/>
        <a:p>
          <a:endParaRPr lang="en-US"/>
        </a:p>
      </dgm:t>
    </dgm:pt>
    <dgm:pt modelId="{1D765BFC-7382-41B4-97E2-385987DB517F}" type="sibTrans" cxnId="{D3B441E9-DEC0-4333-B0B5-EA53EA6C0E04}">
      <dgm:prSet/>
      <dgm:spPr/>
      <dgm:t>
        <a:bodyPr/>
        <a:lstStyle/>
        <a:p>
          <a:endParaRPr lang="en-US"/>
        </a:p>
      </dgm:t>
    </dgm:pt>
    <dgm:pt modelId="{4B38250F-D72C-4F2C-ACD0-1DFE5D35EDFA}">
      <dgm:prSet/>
      <dgm:spPr/>
      <dgm:t>
        <a:bodyPr/>
        <a:lstStyle/>
        <a:p>
          <a:r>
            <a:rPr lang="en-IN"/>
            <a:t>As the sex of D is not known, the relation cannot be determined.</a:t>
          </a:r>
          <a:endParaRPr lang="en-US"/>
        </a:p>
      </dgm:t>
    </dgm:pt>
    <dgm:pt modelId="{218375EF-D36D-4E67-A1A7-D6B38711B354}" type="parTrans" cxnId="{B7EBAC26-507F-4D83-B775-4105A20066E3}">
      <dgm:prSet/>
      <dgm:spPr/>
      <dgm:t>
        <a:bodyPr/>
        <a:lstStyle/>
        <a:p>
          <a:endParaRPr lang="en-US"/>
        </a:p>
      </dgm:t>
    </dgm:pt>
    <dgm:pt modelId="{474DAC34-98A3-4760-A80F-123E852180B9}" type="sibTrans" cxnId="{B7EBAC26-507F-4D83-B775-4105A20066E3}">
      <dgm:prSet/>
      <dgm:spPr/>
      <dgm:t>
        <a:bodyPr/>
        <a:lstStyle/>
        <a:p>
          <a:endParaRPr lang="en-US"/>
        </a:p>
      </dgm:t>
    </dgm:pt>
    <dgm:pt modelId="{2F3F77FB-9F2C-476F-A8F5-EC3CFA25A2E3}" type="pres">
      <dgm:prSet presAssocID="{521B9A22-6136-43EF-ADC4-028C19B0C9FE}" presName="outerComposite" presStyleCnt="0">
        <dgm:presLayoutVars>
          <dgm:chMax val="5"/>
          <dgm:dir/>
          <dgm:resizeHandles val="exact"/>
        </dgm:presLayoutVars>
      </dgm:prSet>
      <dgm:spPr/>
    </dgm:pt>
    <dgm:pt modelId="{1031002B-FBB4-40F8-8A63-5F7EF9CEEEA7}" type="pres">
      <dgm:prSet presAssocID="{521B9A22-6136-43EF-ADC4-028C19B0C9FE}" presName="dummyMaxCanvas" presStyleCnt="0">
        <dgm:presLayoutVars/>
      </dgm:prSet>
      <dgm:spPr/>
    </dgm:pt>
    <dgm:pt modelId="{B1EBE63C-53E9-45A4-994E-0F4E5F041D5F}" type="pres">
      <dgm:prSet presAssocID="{521B9A22-6136-43EF-ADC4-028C19B0C9FE}" presName="FiveNodes_1" presStyleLbl="node1" presStyleIdx="0" presStyleCnt="5">
        <dgm:presLayoutVars>
          <dgm:bulletEnabled val="1"/>
        </dgm:presLayoutVars>
      </dgm:prSet>
      <dgm:spPr/>
    </dgm:pt>
    <dgm:pt modelId="{1687262F-A699-4D27-811B-78700CD591D3}" type="pres">
      <dgm:prSet presAssocID="{521B9A22-6136-43EF-ADC4-028C19B0C9FE}" presName="FiveNodes_2" presStyleLbl="node1" presStyleIdx="1" presStyleCnt="5">
        <dgm:presLayoutVars>
          <dgm:bulletEnabled val="1"/>
        </dgm:presLayoutVars>
      </dgm:prSet>
      <dgm:spPr/>
    </dgm:pt>
    <dgm:pt modelId="{A420463F-270D-4DBA-80EB-DD1416C1F4D3}" type="pres">
      <dgm:prSet presAssocID="{521B9A22-6136-43EF-ADC4-028C19B0C9FE}" presName="FiveNodes_3" presStyleLbl="node1" presStyleIdx="2" presStyleCnt="5">
        <dgm:presLayoutVars>
          <dgm:bulletEnabled val="1"/>
        </dgm:presLayoutVars>
      </dgm:prSet>
      <dgm:spPr/>
    </dgm:pt>
    <dgm:pt modelId="{045FCC00-011D-4700-8147-FF675D6105DF}" type="pres">
      <dgm:prSet presAssocID="{521B9A22-6136-43EF-ADC4-028C19B0C9FE}" presName="FiveNodes_4" presStyleLbl="node1" presStyleIdx="3" presStyleCnt="5">
        <dgm:presLayoutVars>
          <dgm:bulletEnabled val="1"/>
        </dgm:presLayoutVars>
      </dgm:prSet>
      <dgm:spPr/>
    </dgm:pt>
    <dgm:pt modelId="{32221FD8-E558-4CFD-84E3-D72BB7E3F207}" type="pres">
      <dgm:prSet presAssocID="{521B9A22-6136-43EF-ADC4-028C19B0C9FE}" presName="FiveNodes_5" presStyleLbl="node1" presStyleIdx="4" presStyleCnt="5">
        <dgm:presLayoutVars>
          <dgm:bulletEnabled val="1"/>
        </dgm:presLayoutVars>
      </dgm:prSet>
      <dgm:spPr/>
    </dgm:pt>
    <dgm:pt modelId="{B4AD5676-AE58-4AEC-9CB0-EC468887F2B1}" type="pres">
      <dgm:prSet presAssocID="{521B9A22-6136-43EF-ADC4-028C19B0C9FE}" presName="FiveConn_1-2" presStyleLbl="fgAccFollowNode1" presStyleIdx="0" presStyleCnt="4">
        <dgm:presLayoutVars>
          <dgm:bulletEnabled val="1"/>
        </dgm:presLayoutVars>
      </dgm:prSet>
      <dgm:spPr/>
    </dgm:pt>
    <dgm:pt modelId="{2C730015-51BA-48F6-A4B9-DB8D1C2F7EE6}" type="pres">
      <dgm:prSet presAssocID="{521B9A22-6136-43EF-ADC4-028C19B0C9FE}" presName="FiveConn_2-3" presStyleLbl="fgAccFollowNode1" presStyleIdx="1" presStyleCnt="4">
        <dgm:presLayoutVars>
          <dgm:bulletEnabled val="1"/>
        </dgm:presLayoutVars>
      </dgm:prSet>
      <dgm:spPr/>
    </dgm:pt>
    <dgm:pt modelId="{713C0E03-6EB4-4308-9905-3CCE5FBCA152}" type="pres">
      <dgm:prSet presAssocID="{521B9A22-6136-43EF-ADC4-028C19B0C9FE}" presName="FiveConn_3-4" presStyleLbl="fgAccFollowNode1" presStyleIdx="2" presStyleCnt="4">
        <dgm:presLayoutVars>
          <dgm:bulletEnabled val="1"/>
        </dgm:presLayoutVars>
      </dgm:prSet>
      <dgm:spPr/>
    </dgm:pt>
    <dgm:pt modelId="{84930714-880D-440D-B0C0-99C099E59111}" type="pres">
      <dgm:prSet presAssocID="{521B9A22-6136-43EF-ADC4-028C19B0C9FE}" presName="FiveConn_4-5" presStyleLbl="fgAccFollowNode1" presStyleIdx="3" presStyleCnt="4">
        <dgm:presLayoutVars>
          <dgm:bulletEnabled val="1"/>
        </dgm:presLayoutVars>
      </dgm:prSet>
      <dgm:spPr/>
    </dgm:pt>
    <dgm:pt modelId="{3A185B05-D611-4E58-8B4E-423E2F478C6E}" type="pres">
      <dgm:prSet presAssocID="{521B9A22-6136-43EF-ADC4-028C19B0C9FE}" presName="FiveNodes_1_text" presStyleLbl="node1" presStyleIdx="4" presStyleCnt="5">
        <dgm:presLayoutVars>
          <dgm:bulletEnabled val="1"/>
        </dgm:presLayoutVars>
      </dgm:prSet>
      <dgm:spPr/>
    </dgm:pt>
    <dgm:pt modelId="{D01CB0E9-86B0-4120-B8D3-3263B2624EF8}" type="pres">
      <dgm:prSet presAssocID="{521B9A22-6136-43EF-ADC4-028C19B0C9FE}" presName="FiveNodes_2_text" presStyleLbl="node1" presStyleIdx="4" presStyleCnt="5">
        <dgm:presLayoutVars>
          <dgm:bulletEnabled val="1"/>
        </dgm:presLayoutVars>
      </dgm:prSet>
      <dgm:spPr/>
    </dgm:pt>
    <dgm:pt modelId="{39239341-3D9F-412F-9B89-3C3CCB2F27C7}" type="pres">
      <dgm:prSet presAssocID="{521B9A22-6136-43EF-ADC4-028C19B0C9FE}" presName="FiveNodes_3_text" presStyleLbl="node1" presStyleIdx="4" presStyleCnt="5">
        <dgm:presLayoutVars>
          <dgm:bulletEnabled val="1"/>
        </dgm:presLayoutVars>
      </dgm:prSet>
      <dgm:spPr/>
    </dgm:pt>
    <dgm:pt modelId="{582779B9-448C-4860-AAE1-6C3AB57462B0}" type="pres">
      <dgm:prSet presAssocID="{521B9A22-6136-43EF-ADC4-028C19B0C9FE}" presName="FiveNodes_4_text" presStyleLbl="node1" presStyleIdx="4" presStyleCnt="5">
        <dgm:presLayoutVars>
          <dgm:bulletEnabled val="1"/>
        </dgm:presLayoutVars>
      </dgm:prSet>
      <dgm:spPr/>
    </dgm:pt>
    <dgm:pt modelId="{00C4BA70-5314-4EC5-8E97-AEFE64BB7015}" type="pres">
      <dgm:prSet presAssocID="{521B9A22-6136-43EF-ADC4-028C19B0C9FE}" presName="FiveNodes_5_text" presStyleLbl="node1" presStyleIdx="4" presStyleCnt="5">
        <dgm:presLayoutVars>
          <dgm:bulletEnabled val="1"/>
        </dgm:presLayoutVars>
      </dgm:prSet>
      <dgm:spPr/>
    </dgm:pt>
  </dgm:ptLst>
  <dgm:cxnLst>
    <dgm:cxn modelId="{1421F60E-55B3-43EA-9241-B5C4418FDE64}" type="presOf" srcId="{521B9A22-6136-43EF-ADC4-028C19B0C9FE}" destId="{2F3F77FB-9F2C-476F-A8F5-EC3CFA25A2E3}" srcOrd="0" destOrd="0" presId="urn:microsoft.com/office/officeart/2005/8/layout/vProcess5"/>
    <dgm:cxn modelId="{B7EBAC26-507F-4D83-B775-4105A20066E3}" srcId="{521B9A22-6136-43EF-ADC4-028C19B0C9FE}" destId="{4B38250F-D72C-4F2C-ACD0-1DFE5D35EDFA}" srcOrd="4" destOrd="0" parTransId="{218375EF-D36D-4E67-A1A7-D6B38711B354}" sibTransId="{474DAC34-98A3-4760-A80F-123E852180B9}"/>
    <dgm:cxn modelId="{D44BCD5D-0C27-40E9-B048-8B9F908E9FEC}" srcId="{521B9A22-6136-43EF-ADC4-028C19B0C9FE}" destId="{80EC6AB1-FCB9-4CA3-A3A2-9E9ADD80C21A}" srcOrd="2" destOrd="0" parTransId="{4E9166FC-E552-4E48-9E67-D80481542B02}" sibTransId="{B212FEE4-D2A2-46EE-93BD-4F3CD9D2F0A0}"/>
    <dgm:cxn modelId="{8BC10741-FB2B-421A-957C-012B48D58522}" type="presOf" srcId="{C9FA2ED0-4CF8-4067-B24F-FDCBD77947C7}" destId="{582779B9-448C-4860-AAE1-6C3AB57462B0}" srcOrd="1" destOrd="0" presId="urn:microsoft.com/office/officeart/2005/8/layout/vProcess5"/>
    <dgm:cxn modelId="{B25C9F41-CF62-44CF-9BC7-BA7EB94913E2}" type="presOf" srcId="{80EC6AB1-FCB9-4CA3-A3A2-9E9ADD80C21A}" destId="{A420463F-270D-4DBA-80EB-DD1416C1F4D3}" srcOrd="0" destOrd="0" presId="urn:microsoft.com/office/officeart/2005/8/layout/vProcess5"/>
    <dgm:cxn modelId="{ABA90D4B-BC72-4A02-8394-C2AC745B6A96}" type="presOf" srcId="{2FCA8B0B-1FCB-43D2-99BE-9065AEA248E5}" destId="{3A185B05-D611-4E58-8B4E-423E2F478C6E}" srcOrd="1" destOrd="0" presId="urn:microsoft.com/office/officeart/2005/8/layout/vProcess5"/>
    <dgm:cxn modelId="{0879906C-4232-41A9-8E23-9C81D7B70FA7}" type="presOf" srcId="{F312B6B1-4912-470A-B572-6CAB32F69435}" destId="{1687262F-A699-4D27-811B-78700CD591D3}" srcOrd="0" destOrd="0" presId="urn:microsoft.com/office/officeart/2005/8/layout/vProcess5"/>
    <dgm:cxn modelId="{0CE96972-87BB-4DD8-ADE8-D070F09BE843}" type="presOf" srcId="{985EB49D-1815-4431-A65D-BD44D37E895A}" destId="{B4AD5676-AE58-4AEC-9CB0-EC468887F2B1}" srcOrd="0" destOrd="0" presId="urn:microsoft.com/office/officeart/2005/8/layout/vProcess5"/>
    <dgm:cxn modelId="{07979294-3A84-4252-A026-00A76D0A1557}" type="presOf" srcId="{4B38250F-D72C-4F2C-ACD0-1DFE5D35EDFA}" destId="{32221FD8-E558-4CFD-84E3-D72BB7E3F207}" srcOrd="0" destOrd="0" presId="urn:microsoft.com/office/officeart/2005/8/layout/vProcess5"/>
    <dgm:cxn modelId="{AE048C9A-AFB1-49DD-AE01-EDE8EA644F8C}" type="presOf" srcId="{80EC6AB1-FCB9-4CA3-A3A2-9E9ADD80C21A}" destId="{39239341-3D9F-412F-9B89-3C3CCB2F27C7}" srcOrd="1" destOrd="0" presId="urn:microsoft.com/office/officeart/2005/8/layout/vProcess5"/>
    <dgm:cxn modelId="{3E78E0AD-3A8F-443E-A914-8A3482D5D969}" type="presOf" srcId="{ACBC6C37-B0FE-40E5-9428-7E9B1AC49BEC}" destId="{2C730015-51BA-48F6-A4B9-DB8D1C2F7EE6}" srcOrd="0" destOrd="0" presId="urn:microsoft.com/office/officeart/2005/8/layout/vProcess5"/>
    <dgm:cxn modelId="{EA1F1FAF-7BF9-485D-AC4D-BC686A029DF6}" type="presOf" srcId="{F312B6B1-4912-470A-B572-6CAB32F69435}" destId="{D01CB0E9-86B0-4120-B8D3-3263B2624EF8}" srcOrd="1" destOrd="0" presId="urn:microsoft.com/office/officeart/2005/8/layout/vProcess5"/>
    <dgm:cxn modelId="{454DADB5-A015-4091-BD7C-11CF2EA18D49}" srcId="{521B9A22-6136-43EF-ADC4-028C19B0C9FE}" destId="{2FCA8B0B-1FCB-43D2-99BE-9065AEA248E5}" srcOrd="0" destOrd="0" parTransId="{B4159A97-174E-49B7-B704-462A60525E09}" sibTransId="{985EB49D-1815-4431-A65D-BD44D37E895A}"/>
    <dgm:cxn modelId="{7310C3D4-1150-44BC-9E2F-F22481805730}" type="presOf" srcId="{1D765BFC-7382-41B4-97E2-385987DB517F}" destId="{84930714-880D-440D-B0C0-99C099E59111}" srcOrd="0" destOrd="0" presId="urn:microsoft.com/office/officeart/2005/8/layout/vProcess5"/>
    <dgm:cxn modelId="{D79E59DC-E19F-4CFE-A82D-6ED4E3C7E8B3}" type="presOf" srcId="{2FCA8B0B-1FCB-43D2-99BE-9065AEA248E5}" destId="{B1EBE63C-53E9-45A4-994E-0F4E5F041D5F}" srcOrd="0" destOrd="0" presId="urn:microsoft.com/office/officeart/2005/8/layout/vProcess5"/>
    <dgm:cxn modelId="{9D9A90E0-86EC-4B41-BF57-8FEBF114F3CD}" type="presOf" srcId="{C9FA2ED0-4CF8-4067-B24F-FDCBD77947C7}" destId="{045FCC00-011D-4700-8147-FF675D6105DF}" srcOrd="0" destOrd="0" presId="urn:microsoft.com/office/officeart/2005/8/layout/vProcess5"/>
    <dgm:cxn modelId="{CCEBB1E8-B004-4F0B-9F94-C805A941203A}" type="presOf" srcId="{4B38250F-D72C-4F2C-ACD0-1DFE5D35EDFA}" destId="{00C4BA70-5314-4EC5-8E97-AEFE64BB7015}" srcOrd="1" destOrd="0" presId="urn:microsoft.com/office/officeart/2005/8/layout/vProcess5"/>
    <dgm:cxn modelId="{D3B441E9-DEC0-4333-B0B5-EA53EA6C0E04}" srcId="{521B9A22-6136-43EF-ADC4-028C19B0C9FE}" destId="{C9FA2ED0-4CF8-4067-B24F-FDCBD77947C7}" srcOrd="3" destOrd="0" parTransId="{6E4B3E6F-C19A-478D-BBB5-8071B0317940}" sibTransId="{1D765BFC-7382-41B4-97E2-385987DB517F}"/>
    <dgm:cxn modelId="{708059F0-1372-4ACF-BF12-A3A45D6EB3C6}" type="presOf" srcId="{B212FEE4-D2A2-46EE-93BD-4F3CD9D2F0A0}" destId="{713C0E03-6EB4-4308-9905-3CCE5FBCA152}" srcOrd="0" destOrd="0" presId="urn:microsoft.com/office/officeart/2005/8/layout/vProcess5"/>
    <dgm:cxn modelId="{3DFDF1F6-C0FB-4B4E-A509-A72B88DE7D7F}" srcId="{521B9A22-6136-43EF-ADC4-028C19B0C9FE}" destId="{F312B6B1-4912-470A-B572-6CAB32F69435}" srcOrd="1" destOrd="0" parTransId="{830E80CB-4050-46BC-85B8-E3CA69854FA8}" sibTransId="{ACBC6C37-B0FE-40E5-9428-7E9B1AC49BEC}"/>
    <dgm:cxn modelId="{7F160E38-423A-4EF4-B879-BACB9A970C93}" type="presParOf" srcId="{2F3F77FB-9F2C-476F-A8F5-EC3CFA25A2E3}" destId="{1031002B-FBB4-40F8-8A63-5F7EF9CEEEA7}" srcOrd="0" destOrd="0" presId="urn:microsoft.com/office/officeart/2005/8/layout/vProcess5"/>
    <dgm:cxn modelId="{3E1D6C9A-732B-42C0-8213-AB04A7122067}" type="presParOf" srcId="{2F3F77FB-9F2C-476F-A8F5-EC3CFA25A2E3}" destId="{B1EBE63C-53E9-45A4-994E-0F4E5F041D5F}" srcOrd="1" destOrd="0" presId="urn:microsoft.com/office/officeart/2005/8/layout/vProcess5"/>
    <dgm:cxn modelId="{B0FF424E-7F47-484C-A8E7-1159C5E13910}" type="presParOf" srcId="{2F3F77FB-9F2C-476F-A8F5-EC3CFA25A2E3}" destId="{1687262F-A699-4D27-811B-78700CD591D3}" srcOrd="2" destOrd="0" presId="urn:microsoft.com/office/officeart/2005/8/layout/vProcess5"/>
    <dgm:cxn modelId="{397C58A5-0E34-4369-AAF9-3B03D7784B17}" type="presParOf" srcId="{2F3F77FB-9F2C-476F-A8F5-EC3CFA25A2E3}" destId="{A420463F-270D-4DBA-80EB-DD1416C1F4D3}" srcOrd="3" destOrd="0" presId="urn:microsoft.com/office/officeart/2005/8/layout/vProcess5"/>
    <dgm:cxn modelId="{62E197F5-C0F3-460D-A0E7-CC47B7A42470}" type="presParOf" srcId="{2F3F77FB-9F2C-476F-A8F5-EC3CFA25A2E3}" destId="{045FCC00-011D-4700-8147-FF675D6105DF}" srcOrd="4" destOrd="0" presId="urn:microsoft.com/office/officeart/2005/8/layout/vProcess5"/>
    <dgm:cxn modelId="{8DEC0029-8944-48C2-B461-5A0EEE63E2C4}" type="presParOf" srcId="{2F3F77FB-9F2C-476F-A8F5-EC3CFA25A2E3}" destId="{32221FD8-E558-4CFD-84E3-D72BB7E3F207}" srcOrd="5" destOrd="0" presId="urn:microsoft.com/office/officeart/2005/8/layout/vProcess5"/>
    <dgm:cxn modelId="{075C7567-4789-41F8-9648-DBB0A3C99720}" type="presParOf" srcId="{2F3F77FB-9F2C-476F-A8F5-EC3CFA25A2E3}" destId="{B4AD5676-AE58-4AEC-9CB0-EC468887F2B1}" srcOrd="6" destOrd="0" presId="urn:microsoft.com/office/officeart/2005/8/layout/vProcess5"/>
    <dgm:cxn modelId="{3EDEF62E-8326-48E8-BFDA-0D23DA2728AB}" type="presParOf" srcId="{2F3F77FB-9F2C-476F-A8F5-EC3CFA25A2E3}" destId="{2C730015-51BA-48F6-A4B9-DB8D1C2F7EE6}" srcOrd="7" destOrd="0" presId="urn:microsoft.com/office/officeart/2005/8/layout/vProcess5"/>
    <dgm:cxn modelId="{9ABFA453-4FCD-4259-8D81-15035C17F4AB}" type="presParOf" srcId="{2F3F77FB-9F2C-476F-A8F5-EC3CFA25A2E3}" destId="{713C0E03-6EB4-4308-9905-3CCE5FBCA152}" srcOrd="8" destOrd="0" presId="urn:microsoft.com/office/officeart/2005/8/layout/vProcess5"/>
    <dgm:cxn modelId="{004D6D41-C9E6-4621-AEC7-80BDB5AF9BA7}" type="presParOf" srcId="{2F3F77FB-9F2C-476F-A8F5-EC3CFA25A2E3}" destId="{84930714-880D-440D-B0C0-99C099E59111}" srcOrd="9" destOrd="0" presId="urn:microsoft.com/office/officeart/2005/8/layout/vProcess5"/>
    <dgm:cxn modelId="{28C40793-2D15-4E13-9DB9-7C183AFFFD92}" type="presParOf" srcId="{2F3F77FB-9F2C-476F-A8F5-EC3CFA25A2E3}" destId="{3A185B05-D611-4E58-8B4E-423E2F478C6E}" srcOrd="10" destOrd="0" presId="urn:microsoft.com/office/officeart/2005/8/layout/vProcess5"/>
    <dgm:cxn modelId="{7BE645BD-881F-4DBD-A991-6473BF1DCAD2}" type="presParOf" srcId="{2F3F77FB-9F2C-476F-A8F5-EC3CFA25A2E3}" destId="{D01CB0E9-86B0-4120-B8D3-3263B2624EF8}" srcOrd="11" destOrd="0" presId="urn:microsoft.com/office/officeart/2005/8/layout/vProcess5"/>
    <dgm:cxn modelId="{64BB2A7D-3F90-4187-AE38-BD2E65C8D9BF}" type="presParOf" srcId="{2F3F77FB-9F2C-476F-A8F5-EC3CFA25A2E3}" destId="{39239341-3D9F-412F-9B89-3C3CCB2F27C7}" srcOrd="12" destOrd="0" presId="urn:microsoft.com/office/officeart/2005/8/layout/vProcess5"/>
    <dgm:cxn modelId="{FE39AC9B-BCD2-4BBA-97A5-ED9B42747966}" type="presParOf" srcId="{2F3F77FB-9F2C-476F-A8F5-EC3CFA25A2E3}" destId="{582779B9-448C-4860-AAE1-6C3AB57462B0}" srcOrd="13" destOrd="0" presId="urn:microsoft.com/office/officeart/2005/8/layout/vProcess5"/>
    <dgm:cxn modelId="{4CB06AEE-E088-4A90-913D-39E1D4C6D5AA}" type="presParOf" srcId="{2F3F77FB-9F2C-476F-A8F5-EC3CFA25A2E3}" destId="{00C4BA70-5314-4EC5-8E97-AEFE64BB701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7BDB0D-4D42-494F-A4BD-41E5BF9CD52A}" type="doc">
      <dgm:prSet loTypeId="urn:microsoft.com/office/officeart/2005/8/layout/list1" loCatId="list" qsTypeId="urn:microsoft.com/office/officeart/2005/8/quickstyle/simple4" qsCatId="simple" csTypeId="urn:microsoft.com/office/officeart/2005/8/colors/colorful5" csCatId="colorful"/>
      <dgm:spPr/>
      <dgm:t>
        <a:bodyPr/>
        <a:lstStyle/>
        <a:p>
          <a:endParaRPr lang="en-US"/>
        </a:p>
      </dgm:t>
    </dgm:pt>
    <dgm:pt modelId="{060A9554-226E-415B-B31A-4920AFD4932C}">
      <dgm:prSet/>
      <dgm:spPr/>
      <dgm:t>
        <a:bodyPr/>
        <a:lstStyle/>
        <a:p>
          <a:r>
            <a:rPr lang="en-IN" b="1"/>
            <a:t>Answer:</a:t>
          </a:r>
          <a:r>
            <a:rPr lang="en-IN"/>
            <a:t> Option D</a:t>
          </a:r>
          <a:endParaRPr lang="en-US"/>
        </a:p>
      </dgm:t>
    </dgm:pt>
    <dgm:pt modelId="{8563A831-E1A1-4DB7-B760-CA9FBAEE3D1B}" type="parTrans" cxnId="{716C0506-006B-4604-91EC-C6BF0B377BA2}">
      <dgm:prSet/>
      <dgm:spPr/>
      <dgm:t>
        <a:bodyPr/>
        <a:lstStyle/>
        <a:p>
          <a:endParaRPr lang="en-US"/>
        </a:p>
      </dgm:t>
    </dgm:pt>
    <dgm:pt modelId="{F1B0A631-FB70-4738-A8FF-3021F8858A19}" type="sibTrans" cxnId="{716C0506-006B-4604-91EC-C6BF0B377BA2}">
      <dgm:prSet/>
      <dgm:spPr/>
      <dgm:t>
        <a:bodyPr/>
        <a:lstStyle/>
        <a:p>
          <a:endParaRPr lang="en-US"/>
        </a:p>
      </dgm:t>
    </dgm:pt>
    <dgm:pt modelId="{B6C24879-8B40-452A-87CF-FCFC2BF8BCC7}">
      <dgm:prSet/>
      <dgm:spPr/>
      <dgm:t>
        <a:bodyPr/>
        <a:lstStyle/>
        <a:p>
          <a:r>
            <a:rPr lang="en-IN" b="1"/>
            <a:t>Explanation:</a:t>
          </a:r>
          <a:endParaRPr lang="en-US"/>
        </a:p>
      </dgm:t>
    </dgm:pt>
    <dgm:pt modelId="{D5BD38D5-CED7-4C86-A2EA-F30A4F1B648A}" type="parTrans" cxnId="{58977FC5-269B-44A6-B910-1128990C61C5}">
      <dgm:prSet/>
      <dgm:spPr/>
      <dgm:t>
        <a:bodyPr/>
        <a:lstStyle/>
        <a:p>
          <a:endParaRPr lang="en-US"/>
        </a:p>
      </dgm:t>
    </dgm:pt>
    <dgm:pt modelId="{4158C2AD-5998-4D99-8C7B-FC665AE9C984}" type="sibTrans" cxnId="{58977FC5-269B-44A6-B910-1128990C61C5}">
      <dgm:prSet/>
      <dgm:spPr/>
      <dgm:t>
        <a:bodyPr/>
        <a:lstStyle/>
        <a:p>
          <a:endParaRPr lang="en-US"/>
        </a:p>
      </dgm:t>
    </dgm:pt>
    <dgm:pt modelId="{FB6E1D30-FDE8-4F69-AF8D-2A60B26BD7E8}">
      <dgm:prSet/>
      <dgm:spPr/>
      <dgm:t>
        <a:bodyPr/>
        <a:lstStyle/>
        <a:p>
          <a:r>
            <a:rPr lang="en-IN"/>
            <a:t>Because the sex of O is not known.</a:t>
          </a:r>
          <a:endParaRPr lang="en-US"/>
        </a:p>
      </dgm:t>
    </dgm:pt>
    <dgm:pt modelId="{48B28FC2-FAF1-489D-B1F3-1BBA2DD7A77E}" type="parTrans" cxnId="{E564F664-1104-4A5D-A3F4-9BFDE5A8422A}">
      <dgm:prSet/>
      <dgm:spPr/>
      <dgm:t>
        <a:bodyPr/>
        <a:lstStyle/>
        <a:p>
          <a:endParaRPr lang="en-US"/>
        </a:p>
      </dgm:t>
    </dgm:pt>
    <dgm:pt modelId="{88A18B95-1882-4275-A91D-2FC841DF129A}" type="sibTrans" cxnId="{E564F664-1104-4A5D-A3F4-9BFDE5A8422A}">
      <dgm:prSet/>
      <dgm:spPr/>
      <dgm:t>
        <a:bodyPr/>
        <a:lstStyle/>
        <a:p>
          <a:endParaRPr lang="en-US"/>
        </a:p>
      </dgm:t>
    </dgm:pt>
    <dgm:pt modelId="{7CD87708-20E9-421C-AFAF-0A16DC6016D3}" type="pres">
      <dgm:prSet presAssocID="{FB7BDB0D-4D42-494F-A4BD-41E5BF9CD52A}" presName="linear" presStyleCnt="0">
        <dgm:presLayoutVars>
          <dgm:dir/>
          <dgm:animLvl val="lvl"/>
          <dgm:resizeHandles val="exact"/>
        </dgm:presLayoutVars>
      </dgm:prSet>
      <dgm:spPr/>
    </dgm:pt>
    <dgm:pt modelId="{A798397A-94CC-4240-8772-6418119EF9C7}" type="pres">
      <dgm:prSet presAssocID="{060A9554-226E-415B-B31A-4920AFD4932C}" presName="parentLin" presStyleCnt="0"/>
      <dgm:spPr/>
    </dgm:pt>
    <dgm:pt modelId="{8D8AC590-E748-4946-8600-645112A5976E}" type="pres">
      <dgm:prSet presAssocID="{060A9554-226E-415B-B31A-4920AFD4932C}" presName="parentLeftMargin" presStyleLbl="node1" presStyleIdx="0" presStyleCnt="3"/>
      <dgm:spPr/>
    </dgm:pt>
    <dgm:pt modelId="{833ADAC8-75AE-4732-BB9A-CBD58FFC48FD}" type="pres">
      <dgm:prSet presAssocID="{060A9554-226E-415B-B31A-4920AFD4932C}" presName="parentText" presStyleLbl="node1" presStyleIdx="0" presStyleCnt="3">
        <dgm:presLayoutVars>
          <dgm:chMax val="0"/>
          <dgm:bulletEnabled val="1"/>
        </dgm:presLayoutVars>
      </dgm:prSet>
      <dgm:spPr/>
    </dgm:pt>
    <dgm:pt modelId="{A4DF53EB-7717-4A68-8639-D0093310BCFC}" type="pres">
      <dgm:prSet presAssocID="{060A9554-226E-415B-B31A-4920AFD4932C}" presName="negativeSpace" presStyleCnt="0"/>
      <dgm:spPr/>
    </dgm:pt>
    <dgm:pt modelId="{41A50EB2-D620-4618-B825-1230CBEFDB6D}" type="pres">
      <dgm:prSet presAssocID="{060A9554-226E-415B-B31A-4920AFD4932C}" presName="childText" presStyleLbl="conFgAcc1" presStyleIdx="0" presStyleCnt="3">
        <dgm:presLayoutVars>
          <dgm:bulletEnabled val="1"/>
        </dgm:presLayoutVars>
      </dgm:prSet>
      <dgm:spPr/>
    </dgm:pt>
    <dgm:pt modelId="{0CBAA75B-4716-487E-B444-1F241CE77AAA}" type="pres">
      <dgm:prSet presAssocID="{F1B0A631-FB70-4738-A8FF-3021F8858A19}" presName="spaceBetweenRectangles" presStyleCnt="0"/>
      <dgm:spPr/>
    </dgm:pt>
    <dgm:pt modelId="{54910ACC-4317-4666-9582-8CC8C53D54E5}" type="pres">
      <dgm:prSet presAssocID="{B6C24879-8B40-452A-87CF-FCFC2BF8BCC7}" presName="parentLin" presStyleCnt="0"/>
      <dgm:spPr/>
    </dgm:pt>
    <dgm:pt modelId="{32B67B8E-DA0B-4B02-896E-5735C70AF9A3}" type="pres">
      <dgm:prSet presAssocID="{B6C24879-8B40-452A-87CF-FCFC2BF8BCC7}" presName="parentLeftMargin" presStyleLbl="node1" presStyleIdx="0" presStyleCnt="3"/>
      <dgm:spPr/>
    </dgm:pt>
    <dgm:pt modelId="{099B75D2-6638-4E25-844B-C8C3DE852CC6}" type="pres">
      <dgm:prSet presAssocID="{B6C24879-8B40-452A-87CF-FCFC2BF8BCC7}" presName="parentText" presStyleLbl="node1" presStyleIdx="1" presStyleCnt="3">
        <dgm:presLayoutVars>
          <dgm:chMax val="0"/>
          <dgm:bulletEnabled val="1"/>
        </dgm:presLayoutVars>
      </dgm:prSet>
      <dgm:spPr/>
    </dgm:pt>
    <dgm:pt modelId="{43EADACE-42D9-47FC-8C1A-935F0E6E8F53}" type="pres">
      <dgm:prSet presAssocID="{B6C24879-8B40-452A-87CF-FCFC2BF8BCC7}" presName="negativeSpace" presStyleCnt="0"/>
      <dgm:spPr/>
    </dgm:pt>
    <dgm:pt modelId="{B52AB7F9-7162-4FAE-8272-E7FD3CBF7F1F}" type="pres">
      <dgm:prSet presAssocID="{B6C24879-8B40-452A-87CF-FCFC2BF8BCC7}" presName="childText" presStyleLbl="conFgAcc1" presStyleIdx="1" presStyleCnt="3">
        <dgm:presLayoutVars>
          <dgm:bulletEnabled val="1"/>
        </dgm:presLayoutVars>
      </dgm:prSet>
      <dgm:spPr/>
    </dgm:pt>
    <dgm:pt modelId="{50C1F6D8-5382-4B17-A46C-9A1A0C9732E0}" type="pres">
      <dgm:prSet presAssocID="{4158C2AD-5998-4D99-8C7B-FC665AE9C984}" presName="spaceBetweenRectangles" presStyleCnt="0"/>
      <dgm:spPr/>
    </dgm:pt>
    <dgm:pt modelId="{9D5B6A95-C728-4E99-BB63-F88E6F1E0B3A}" type="pres">
      <dgm:prSet presAssocID="{FB6E1D30-FDE8-4F69-AF8D-2A60B26BD7E8}" presName="parentLin" presStyleCnt="0"/>
      <dgm:spPr/>
    </dgm:pt>
    <dgm:pt modelId="{13707E1A-849B-4A6B-8131-1401CF0916D5}" type="pres">
      <dgm:prSet presAssocID="{FB6E1D30-FDE8-4F69-AF8D-2A60B26BD7E8}" presName="parentLeftMargin" presStyleLbl="node1" presStyleIdx="1" presStyleCnt="3"/>
      <dgm:spPr/>
    </dgm:pt>
    <dgm:pt modelId="{6153841A-49D3-4CEF-9926-D88F730A6A03}" type="pres">
      <dgm:prSet presAssocID="{FB6E1D30-FDE8-4F69-AF8D-2A60B26BD7E8}" presName="parentText" presStyleLbl="node1" presStyleIdx="2" presStyleCnt="3">
        <dgm:presLayoutVars>
          <dgm:chMax val="0"/>
          <dgm:bulletEnabled val="1"/>
        </dgm:presLayoutVars>
      </dgm:prSet>
      <dgm:spPr/>
    </dgm:pt>
    <dgm:pt modelId="{81B8285B-A4A7-4F3D-92CD-3B03B93C4CBC}" type="pres">
      <dgm:prSet presAssocID="{FB6E1D30-FDE8-4F69-AF8D-2A60B26BD7E8}" presName="negativeSpace" presStyleCnt="0"/>
      <dgm:spPr/>
    </dgm:pt>
    <dgm:pt modelId="{12C319A5-87DD-4A74-A4AD-D15B7CC8FF01}" type="pres">
      <dgm:prSet presAssocID="{FB6E1D30-FDE8-4F69-AF8D-2A60B26BD7E8}" presName="childText" presStyleLbl="conFgAcc1" presStyleIdx="2" presStyleCnt="3">
        <dgm:presLayoutVars>
          <dgm:bulletEnabled val="1"/>
        </dgm:presLayoutVars>
      </dgm:prSet>
      <dgm:spPr/>
    </dgm:pt>
  </dgm:ptLst>
  <dgm:cxnLst>
    <dgm:cxn modelId="{716C0506-006B-4604-91EC-C6BF0B377BA2}" srcId="{FB7BDB0D-4D42-494F-A4BD-41E5BF9CD52A}" destId="{060A9554-226E-415B-B31A-4920AFD4932C}" srcOrd="0" destOrd="0" parTransId="{8563A831-E1A1-4DB7-B760-CA9FBAEE3D1B}" sibTransId="{F1B0A631-FB70-4738-A8FF-3021F8858A19}"/>
    <dgm:cxn modelId="{0C288A13-A72A-4CE0-B611-4C419BE45993}" type="presOf" srcId="{FB6E1D30-FDE8-4F69-AF8D-2A60B26BD7E8}" destId="{6153841A-49D3-4CEF-9926-D88F730A6A03}" srcOrd="1" destOrd="0" presId="urn:microsoft.com/office/officeart/2005/8/layout/list1"/>
    <dgm:cxn modelId="{FB388C26-B22F-448E-88D1-2CEFD2BD1F08}" type="presOf" srcId="{B6C24879-8B40-452A-87CF-FCFC2BF8BCC7}" destId="{099B75D2-6638-4E25-844B-C8C3DE852CC6}" srcOrd="1" destOrd="0" presId="urn:microsoft.com/office/officeart/2005/8/layout/list1"/>
    <dgm:cxn modelId="{E564F664-1104-4A5D-A3F4-9BFDE5A8422A}" srcId="{FB7BDB0D-4D42-494F-A4BD-41E5BF9CD52A}" destId="{FB6E1D30-FDE8-4F69-AF8D-2A60B26BD7E8}" srcOrd="2" destOrd="0" parTransId="{48B28FC2-FAF1-489D-B1F3-1BBA2DD7A77E}" sibTransId="{88A18B95-1882-4275-A91D-2FC841DF129A}"/>
    <dgm:cxn modelId="{331B564C-FCD4-4E5F-9D06-D3EFA0836EE1}" type="presOf" srcId="{FB7BDB0D-4D42-494F-A4BD-41E5BF9CD52A}" destId="{7CD87708-20E9-421C-AFAF-0A16DC6016D3}" srcOrd="0" destOrd="0" presId="urn:microsoft.com/office/officeart/2005/8/layout/list1"/>
    <dgm:cxn modelId="{87870489-05F7-4509-B6A8-1B6AA9266A50}" type="presOf" srcId="{060A9554-226E-415B-B31A-4920AFD4932C}" destId="{8D8AC590-E748-4946-8600-645112A5976E}" srcOrd="0" destOrd="0" presId="urn:microsoft.com/office/officeart/2005/8/layout/list1"/>
    <dgm:cxn modelId="{B4153BB1-F87C-4130-AEA8-07A20CE124D5}" type="presOf" srcId="{B6C24879-8B40-452A-87CF-FCFC2BF8BCC7}" destId="{32B67B8E-DA0B-4B02-896E-5735C70AF9A3}" srcOrd="0" destOrd="0" presId="urn:microsoft.com/office/officeart/2005/8/layout/list1"/>
    <dgm:cxn modelId="{58977FC5-269B-44A6-B910-1128990C61C5}" srcId="{FB7BDB0D-4D42-494F-A4BD-41E5BF9CD52A}" destId="{B6C24879-8B40-452A-87CF-FCFC2BF8BCC7}" srcOrd="1" destOrd="0" parTransId="{D5BD38D5-CED7-4C86-A2EA-F30A4F1B648A}" sibTransId="{4158C2AD-5998-4D99-8C7B-FC665AE9C984}"/>
    <dgm:cxn modelId="{FA683BC9-878C-4A65-BDF5-FDB80C983653}" type="presOf" srcId="{FB6E1D30-FDE8-4F69-AF8D-2A60B26BD7E8}" destId="{13707E1A-849B-4A6B-8131-1401CF0916D5}" srcOrd="0" destOrd="0" presId="urn:microsoft.com/office/officeart/2005/8/layout/list1"/>
    <dgm:cxn modelId="{8A4CF5CB-678C-4196-88E5-B0204D82BBB1}" type="presOf" srcId="{060A9554-226E-415B-B31A-4920AFD4932C}" destId="{833ADAC8-75AE-4732-BB9A-CBD58FFC48FD}" srcOrd="1" destOrd="0" presId="urn:microsoft.com/office/officeart/2005/8/layout/list1"/>
    <dgm:cxn modelId="{CB812976-2C8B-44BC-99EB-4DA24ED0DF1A}" type="presParOf" srcId="{7CD87708-20E9-421C-AFAF-0A16DC6016D3}" destId="{A798397A-94CC-4240-8772-6418119EF9C7}" srcOrd="0" destOrd="0" presId="urn:microsoft.com/office/officeart/2005/8/layout/list1"/>
    <dgm:cxn modelId="{DE61B083-AAA2-4773-9767-E7F5B05F8460}" type="presParOf" srcId="{A798397A-94CC-4240-8772-6418119EF9C7}" destId="{8D8AC590-E748-4946-8600-645112A5976E}" srcOrd="0" destOrd="0" presId="urn:microsoft.com/office/officeart/2005/8/layout/list1"/>
    <dgm:cxn modelId="{9133BB5C-4D39-4BAB-9FBB-194E619BFE28}" type="presParOf" srcId="{A798397A-94CC-4240-8772-6418119EF9C7}" destId="{833ADAC8-75AE-4732-BB9A-CBD58FFC48FD}" srcOrd="1" destOrd="0" presId="urn:microsoft.com/office/officeart/2005/8/layout/list1"/>
    <dgm:cxn modelId="{550BCB25-5826-4485-A412-DB7582C81B93}" type="presParOf" srcId="{7CD87708-20E9-421C-AFAF-0A16DC6016D3}" destId="{A4DF53EB-7717-4A68-8639-D0093310BCFC}" srcOrd="1" destOrd="0" presId="urn:microsoft.com/office/officeart/2005/8/layout/list1"/>
    <dgm:cxn modelId="{977AE1BC-4799-4523-8AE1-4BDF0EC42A91}" type="presParOf" srcId="{7CD87708-20E9-421C-AFAF-0A16DC6016D3}" destId="{41A50EB2-D620-4618-B825-1230CBEFDB6D}" srcOrd="2" destOrd="0" presId="urn:microsoft.com/office/officeart/2005/8/layout/list1"/>
    <dgm:cxn modelId="{EA600F34-C66E-46DF-B5D1-FAE743D03424}" type="presParOf" srcId="{7CD87708-20E9-421C-AFAF-0A16DC6016D3}" destId="{0CBAA75B-4716-487E-B444-1F241CE77AAA}" srcOrd="3" destOrd="0" presId="urn:microsoft.com/office/officeart/2005/8/layout/list1"/>
    <dgm:cxn modelId="{A789ADE0-BD19-4ED1-9FAC-2060690172B7}" type="presParOf" srcId="{7CD87708-20E9-421C-AFAF-0A16DC6016D3}" destId="{54910ACC-4317-4666-9582-8CC8C53D54E5}" srcOrd="4" destOrd="0" presId="urn:microsoft.com/office/officeart/2005/8/layout/list1"/>
    <dgm:cxn modelId="{723B312B-2DBD-4EEB-AC85-7A058C05483A}" type="presParOf" srcId="{54910ACC-4317-4666-9582-8CC8C53D54E5}" destId="{32B67B8E-DA0B-4B02-896E-5735C70AF9A3}" srcOrd="0" destOrd="0" presId="urn:microsoft.com/office/officeart/2005/8/layout/list1"/>
    <dgm:cxn modelId="{77A96171-7966-4D65-9F72-6CAD956D3768}" type="presParOf" srcId="{54910ACC-4317-4666-9582-8CC8C53D54E5}" destId="{099B75D2-6638-4E25-844B-C8C3DE852CC6}" srcOrd="1" destOrd="0" presId="urn:microsoft.com/office/officeart/2005/8/layout/list1"/>
    <dgm:cxn modelId="{240CE654-C804-4798-90C7-72E3C6F1A0F7}" type="presParOf" srcId="{7CD87708-20E9-421C-AFAF-0A16DC6016D3}" destId="{43EADACE-42D9-47FC-8C1A-935F0E6E8F53}" srcOrd="5" destOrd="0" presId="urn:microsoft.com/office/officeart/2005/8/layout/list1"/>
    <dgm:cxn modelId="{26351DC8-5E76-440F-96F4-A9D113FCDE67}" type="presParOf" srcId="{7CD87708-20E9-421C-AFAF-0A16DC6016D3}" destId="{B52AB7F9-7162-4FAE-8272-E7FD3CBF7F1F}" srcOrd="6" destOrd="0" presId="urn:microsoft.com/office/officeart/2005/8/layout/list1"/>
    <dgm:cxn modelId="{0C6A71DA-D784-4122-A064-C39B2979F63B}" type="presParOf" srcId="{7CD87708-20E9-421C-AFAF-0A16DC6016D3}" destId="{50C1F6D8-5382-4B17-A46C-9A1A0C9732E0}" srcOrd="7" destOrd="0" presId="urn:microsoft.com/office/officeart/2005/8/layout/list1"/>
    <dgm:cxn modelId="{BB6B4234-C90D-4FB7-964D-770B58874F46}" type="presParOf" srcId="{7CD87708-20E9-421C-AFAF-0A16DC6016D3}" destId="{9D5B6A95-C728-4E99-BB63-F88E6F1E0B3A}" srcOrd="8" destOrd="0" presId="urn:microsoft.com/office/officeart/2005/8/layout/list1"/>
    <dgm:cxn modelId="{F7AB550E-80DB-412E-9C77-612268B5A726}" type="presParOf" srcId="{9D5B6A95-C728-4E99-BB63-F88E6F1E0B3A}" destId="{13707E1A-849B-4A6B-8131-1401CF0916D5}" srcOrd="0" destOrd="0" presId="urn:microsoft.com/office/officeart/2005/8/layout/list1"/>
    <dgm:cxn modelId="{59F75C75-94A4-4665-9244-48608275F4C1}" type="presParOf" srcId="{9D5B6A95-C728-4E99-BB63-F88E6F1E0B3A}" destId="{6153841A-49D3-4CEF-9926-D88F730A6A03}" srcOrd="1" destOrd="0" presId="urn:microsoft.com/office/officeart/2005/8/layout/list1"/>
    <dgm:cxn modelId="{6B06CDC2-C874-483C-8D74-A34F54DF6F59}" type="presParOf" srcId="{7CD87708-20E9-421C-AFAF-0A16DC6016D3}" destId="{81B8285B-A4A7-4F3D-92CD-3B03B93C4CBC}" srcOrd="9" destOrd="0" presId="urn:microsoft.com/office/officeart/2005/8/layout/list1"/>
    <dgm:cxn modelId="{04E6D468-9486-48F0-B429-6C9E0F62644C}" type="presParOf" srcId="{7CD87708-20E9-421C-AFAF-0A16DC6016D3}" destId="{12C319A5-87DD-4A74-A4AD-D15B7CC8FF0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8787457-04D2-4E7A-8DBE-64684A504648}"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F4A7CDC4-B02A-4CEF-959D-FD38FE717686}">
      <dgm:prSet/>
      <dgm:spPr/>
      <dgm:t>
        <a:bodyPr/>
        <a:lstStyle/>
        <a:p>
          <a:r>
            <a:rPr lang="en-IN" b="1"/>
            <a:t>Answer:</a:t>
          </a:r>
          <a:r>
            <a:rPr lang="en-IN"/>
            <a:t> Option B</a:t>
          </a:r>
          <a:endParaRPr lang="en-US"/>
        </a:p>
      </dgm:t>
    </dgm:pt>
    <dgm:pt modelId="{D9F7D021-681B-4AB1-B71B-D0FFFA535647}" type="parTrans" cxnId="{42E1BEDF-EF68-4945-82A2-14E348988BED}">
      <dgm:prSet/>
      <dgm:spPr/>
      <dgm:t>
        <a:bodyPr/>
        <a:lstStyle/>
        <a:p>
          <a:endParaRPr lang="en-US"/>
        </a:p>
      </dgm:t>
    </dgm:pt>
    <dgm:pt modelId="{C570ABDB-4E60-4AD7-A0BA-F2CE114C5102}" type="sibTrans" cxnId="{42E1BEDF-EF68-4945-82A2-14E348988BED}">
      <dgm:prSet/>
      <dgm:spPr/>
      <dgm:t>
        <a:bodyPr/>
        <a:lstStyle/>
        <a:p>
          <a:endParaRPr lang="en-US"/>
        </a:p>
      </dgm:t>
    </dgm:pt>
    <dgm:pt modelId="{8F83F59A-31B5-4D1F-AD72-23EFC49F29D1}">
      <dgm:prSet/>
      <dgm:spPr/>
      <dgm:t>
        <a:bodyPr/>
        <a:lstStyle/>
        <a:p>
          <a:r>
            <a:rPr lang="en-IN" b="1"/>
            <a:t>Explanation:</a:t>
          </a:r>
          <a:endParaRPr lang="en-US"/>
        </a:p>
      </dgm:t>
    </dgm:pt>
    <dgm:pt modelId="{5C828EDB-5B62-4258-8CEC-909D424A865E}" type="parTrans" cxnId="{3DFCFCDB-895A-4EAA-BCC0-5AFEEDA0C53A}">
      <dgm:prSet/>
      <dgm:spPr/>
      <dgm:t>
        <a:bodyPr/>
        <a:lstStyle/>
        <a:p>
          <a:endParaRPr lang="en-US"/>
        </a:p>
      </dgm:t>
    </dgm:pt>
    <dgm:pt modelId="{7BB0AD59-F05D-4DB6-8578-A818E5A3D813}" type="sibTrans" cxnId="{3DFCFCDB-895A-4EAA-BCC0-5AFEEDA0C53A}">
      <dgm:prSet/>
      <dgm:spPr/>
      <dgm:t>
        <a:bodyPr/>
        <a:lstStyle/>
        <a:p>
          <a:endParaRPr lang="en-US"/>
        </a:p>
      </dgm:t>
    </dgm:pt>
    <dgm:pt modelId="{037BE16F-B67C-43A9-AF6B-F8243DEE3A78}">
      <dgm:prSet/>
      <dgm:spPr/>
      <dgm:t>
        <a:bodyPr/>
        <a:lstStyle/>
        <a:p>
          <a:r>
            <a:rPr lang="en-IN"/>
            <a:t>Father's wife → mother. Hence, the daughter of the mother means sister and sister's younger brother means brother. Therefore, the boy is the brother of Deepak.</a:t>
          </a:r>
          <a:endParaRPr lang="en-US"/>
        </a:p>
      </dgm:t>
    </dgm:pt>
    <dgm:pt modelId="{BBFC1F39-14D2-4405-8E69-0CAE114ACFA4}" type="parTrans" cxnId="{62B3C350-FDF7-4576-B889-BDC71AE2FA3C}">
      <dgm:prSet/>
      <dgm:spPr/>
      <dgm:t>
        <a:bodyPr/>
        <a:lstStyle/>
        <a:p>
          <a:endParaRPr lang="en-US"/>
        </a:p>
      </dgm:t>
    </dgm:pt>
    <dgm:pt modelId="{6CD76001-C1DE-467F-913E-2886FBF36D34}" type="sibTrans" cxnId="{62B3C350-FDF7-4576-B889-BDC71AE2FA3C}">
      <dgm:prSet/>
      <dgm:spPr/>
      <dgm:t>
        <a:bodyPr/>
        <a:lstStyle/>
        <a:p>
          <a:endParaRPr lang="en-US"/>
        </a:p>
      </dgm:t>
    </dgm:pt>
    <dgm:pt modelId="{960D136C-2BFC-443B-8AA0-687700F62C6C}" type="pres">
      <dgm:prSet presAssocID="{78787457-04D2-4E7A-8DBE-64684A504648}" presName="outerComposite" presStyleCnt="0">
        <dgm:presLayoutVars>
          <dgm:chMax val="5"/>
          <dgm:dir/>
          <dgm:resizeHandles val="exact"/>
        </dgm:presLayoutVars>
      </dgm:prSet>
      <dgm:spPr/>
    </dgm:pt>
    <dgm:pt modelId="{9B47DEFE-B612-4A44-8186-CE7CD39F35BA}" type="pres">
      <dgm:prSet presAssocID="{78787457-04D2-4E7A-8DBE-64684A504648}" presName="dummyMaxCanvas" presStyleCnt="0">
        <dgm:presLayoutVars/>
      </dgm:prSet>
      <dgm:spPr/>
    </dgm:pt>
    <dgm:pt modelId="{11A0A254-6668-40EB-A6D7-1D8870C4F59E}" type="pres">
      <dgm:prSet presAssocID="{78787457-04D2-4E7A-8DBE-64684A504648}" presName="ThreeNodes_1" presStyleLbl="node1" presStyleIdx="0" presStyleCnt="3">
        <dgm:presLayoutVars>
          <dgm:bulletEnabled val="1"/>
        </dgm:presLayoutVars>
      </dgm:prSet>
      <dgm:spPr/>
    </dgm:pt>
    <dgm:pt modelId="{E76F12C4-F8CE-4D49-B316-1364D39DEC41}" type="pres">
      <dgm:prSet presAssocID="{78787457-04D2-4E7A-8DBE-64684A504648}" presName="ThreeNodes_2" presStyleLbl="node1" presStyleIdx="1" presStyleCnt="3">
        <dgm:presLayoutVars>
          <dgm:bulletEnabled val="1"/>
        </dgm:presLayoutVars>
      </dgm:prSet>
      <dgm:spPr/>
    </dgm:pt>
    <dgm:pt modelId="{55ED8CBC-CD64-471C-82CC-A092F73146EB}" type="pres">
      <dgm:prSet presAssocID="{78787457-04D2-4E7A-8DBE-64684A504648}" presName="ThreeNodes_3" presStyleLbl="node1" presStyleIdx="2" presStyleCnt="3">
        <dgm:presLayoutVars>
          <dgm:bulletEnabled val="1"/>
        </dgm:presLayoutVars>
      </dgm:prSet>
      <dgm:spPr/>
    </dgm:pt>
    <dgm:pt modelId="{9ED45628-F02B-4E04-8B97-2A56A3EA5689}" type="pres">
      <dgm:prSet presAssocID="{78787457-04D2-4E7A-8DBE-64684A504648}" presName="ThreeConn_1-2" presStyleLbl="fgAccFollowNode1" presStyleIdx="0" presStyleCnt="2">
        <dgm:presLayoutVars>
          <dgm:bulletEnabled val="1"/>
        </dgm:presLayoutVars>
      </dgm:prSet>
      <dgm:spPr/>
    </dgm:pt>
    <dgm:pt modelId="{EE2644A9-6362-44D4-B6E1-10051C5D766C}" type="pres">
      <dgm:prSet presAssocID="{78787457-04D2-4E7A-8DBE-64684A504648}" presName="ThreeConn_2-3" presStyleLbl="fgAccFollowNode1" presStyleIdx="1" presStyleCnt="2">
        <dgm:presLayoutVars>
          <dgm:bulletEnabled val="1"/>
        </dgm:presLayoutVars>
      </dgm:prSet>
      <dgm:spPr/>
    </dgm:pt>
    <dgm:pt modelId="{6B89C814-A42A-466F-B77A-7E31948EC38A}" type="pres">
      <dgm:prSet presAssocID="{78787457-04D2-4E7A-8DBE-64684A504648}" presName="ThreeNodes_1_text" presStyleLbl="node1" presStyleIdx="2" presStyleCnt="3">
        <dgm:presLayoutVars>
          <dgm:bulletEnabled val="1"/>
        </dgm:presLayoutVars>
      </dgm:prSet>
      <dgm:spPr/>
    </dgm:pt>
    <dgm:pt modelId="{4CBDA12D-391A-4BCA-A97E-92D75514E21D}" type="pres">
      <dgm:prSet presAssocID="{78787457-04D2-4E7A-8DBE-64684A504648}" presName="ThreeNodes_2_text" presStyleLbl="node1" presStyleIdx="2" presStyleCnt="3">
        <dgm:presLayoutVars>
          <dgm:bulletEnabled val="1"/>
        </dgm:presLayoutVars>
      </dgm:prSet>
      <dgm:spPr/>
    </dgm:pt>
    <dgm:pt modelId="{5BE56D1A-8F8B-4E70-A6F2-F6F5EC52B048}" type="pres">
      <dgm:prSet presAssocID="{78787457-04D2-4E7A-8DBE-64684A504648}" presName="ThreeNodes_3_text" presStyleLbl="node1" presStyleIdx="2" presStyleCnt="3">
        <dgm:presLayoutVars>
          <dgm:bulletEnabled val="1"/>
        </dgm:presLayoutVars>
      </dgm:prSet>
      <dgm:spPr/>
    </dgm:pt>
  </dgm:ptLst>
  <dgm:cxnLst>
    <dgm:cxn modelId="{0BE61505-0341-4A00-B6D1-F1D7FAD82CEB}" type="presOf" srcId="{C570ABDB-4E60-4AD7-A0BA-F2CE114C5102}" destId="{9ED45628-F02B-4E04-8B97-2A56A3EA5689}" srcOrd="0" destOrd="0" presId="urn:microsoft.com/office/officeart/2005/8/layout/vProcess5"/>
    <dgm:cxn modelId="{1A0F955D-F521-4C1E-9C90-1670DFD05B70}" type="presOf" srcId="{8F83F59A-31B5-4D1F-AD72-23EFC49F29D1}" destId="{E76F12C4-F8CE-4D49-B316-1364D39DEC41}" srcOrd="0" destOrd="0" presId="urn:microsoft.com/office/officeart/2005/8/layout/vProcess5"/>
    <dgm:cxn modelId="{E9C10063-7D37-4827-9587-DF464BE92E2D}" type="presOf" srcId="{78787457-04D2-4E7A-8DBE-64684A504648}" destId="{960D136C-2BFC-443B-8AA0-687700F62C6C}" srcOrd="0" destOrd="0" presId="urn:microsoft.com/office/officeart/2005/8/layout/vProcess5"/>
    <dgm:cxn modelId="{1BDE3A6E-FBA8-46DA-B597-DE1384598C4F}" type="presOf" srcId="{F4A7CDC4-B02A-4CEF-959D-FD38FE717686}" destId="{11A0A254-6668-40EB-A6D7-1D8870C4F59E}" srcOrd="0" destOrd="0" presId="urn:microsoft.com/office/officeart/2005/8/layout/vProcess5"/>
    <dgm:cxn modelId="{62B3C350-FDF7-4576-B889-BDC71AE2FA3C}" srcId="{78787457-04D2-4E7A-8DBE-64684A504648}" destId="{037BE16F-B67C-43A9-AF6B-F8243DEE3A78}" srcOrd="2" destOrd="0" parTransId="{BBFC1F39-14D2-4405-8E69-0CAE114ACFA4}" sibTransId="{6CD76001-C1DE-467F-913E-2886FBF36D34}"/>
    <dgm:cxn modelId="{D4DA0F8B-7E9D-4F00-B012-A49D1909D380}" type="presOf" srcId="{7BB0AD59-F05D-4DB6-8578-A818E5A3D813}" destId="{EE2644A9-6362-44D4-B6E1-10051C5D766C}" srcOrd="0" destOrd="0" presId="urn:microsoft.com/office/officeart/2005/8/layout/vProcess5"/>
    <dgm:cxn modelId="{E97C7B98-DC9E-47EE-9CA2-B3DE386D9D6A}" type="presOf" srcId="{F4A7CDC4-B02A-4CEF-959D-FD38FE717686}" destId="{6B89C814-A42A-466F-B77A-7E31948EC38A}" srcOrd="1" destOrd="0" presId="urn:microsoft.com/office/officeart/2005/8/layout/vProcess5"/>
    <dgm:cxn modelId="{865DC0A0-9A14-46E7-B1FC-39433D3D32D3}" type="presOf" srcId="{037BE16F-B67C-43A9-AF6B-F8243DEE3A78}" destId="{55ED8CBC-CD64-471C-82CC-A092F73146EB}" srcOrd="0" destOrd="0" presId="urn:microsoft.com/office/officeart/2005/8/layout/vProcess5"/>
    <dgm:cxn modelId="{80F18CA9-FB2D-4EE5-8CA3-D181AA9C05E0}" type="presOf" srcId="{037BE16F-B67C-43A9-AF6B-F8243DEE3A78}" destId="{5BE56D1A-8F8B-4E70-A6F2-F6F5EC52B048}" srcOrd="1" destOrd="0" presId="urn:microsoft.com/office/officeart/2005/8/layout/vProcess5"/>
    <dgm:cxn modelId="{3DFCFCDB-895A-4EAA-BCC0-5AFEEDA0C53A}" srcId="{78787457-04D2-4E7A-8DBE-64684A504648}" destId="{8F83F59A-31B5-4D1F-AD72-23EFC49F29D1}" srcOrd="1" destOrd="0" parTransId="{5C828EDB-5B62-4258-8CEC-909D424A865E}" sibTransId="{7BB0AD59-F05D-4DB6-8578-A818E5A3D813}"/>
    <dgm:cxn modelId="{6957D1DD-36CC-43D3-AD0D-6A6C72EEE26E}" type="presOf" srcId="{8F83F59A-31B5-4D1F-AD72-23EFC49F29D1}" destId="{4CBDA12D-391A-4BCA-A97E-92D75514E21D}" srcOrd="1" destOrd="0" presId="urn:microsoft.com/office/officeart/2005/8/layout/vProcess5"/>
    <dgm:cxn modelId="{42E1BEDF-EF68-4945-82A2-14E348988BED}" srcId="{78787457-04D2-4E7A-8DBE-64684A504648}" destId="{F4A7CDC4-B02A-4CEF-959D-FD38FE717686}" srcOrd="0" destOrd="0" parTransId="{D9F7D021-681B-4AB1-B71B-D0FFFA535647}" sibTransId="{C570ABDB-4E60-4AD7-A0BA-F2CE114C5102}"/>
    <dgm:cxn modelId="{08E6FE66-0C68-417F-9D98-5E57B07A0814}" type="presParOf" srcId="{960D136C-2BFC-443B-8AA0-687700F62C6C}" destId="{9B47DEFE-B612-4A44-8186-CE7CD39F35BA}" srcOrd="0" destOrd="0" presId="urn:microsoft.com/office/officeart/2005/8/layout/vProcess5"/>
    <dgm:cxn modelId="{CB4061F3-3241-4D80-8CAD-13B3525C0993}" type="presParOf" srcId="{960D136C-2BFC-443B-8AA0-687700F62C6C}" destId="{11A0A254-6668-40EB-A6D7-1D8870C4F59E}" srcOrd="1" destOrd="0" presId="urn:microsoft.com/office/officeart/2005/8/layout/vProcess5"/>
    <dgm:cxn modelId="{D50D3B6B-A619-45A7-A71A-FC11220B3B02}" type="presParOf" srcId="{960D136C-2BFC-443B-8AA0-687700F62C6C}" destId="{E76F12C4-F8CE-4D49-B316-1364D39DEC41}" srcOrd="2" destOrd="0" presId="urn:microsoft.com/office/officeart/2005/8/layout/vProcess5"/>
    <dgm:cxn modelId="{542539CC-9F92-4323-B0F8-24440C14BCF3}" type="presParOf" srcId="{960D136C-2BFC-443B-8AA0-687700F62C6C}" destId="{55ED8CBC-CD64-471C-82CC-A092F73146EB}" srcOrd="3" destOrd="0" presId="urn:microsoft.com/office/officeart/2005/8/layout/vProcess5"/>
    <dgm:cxn modelId="{F5BF429E-23D3-43F4-8AF8-DFF9FC6CD616}" type="presParOf" srcId="{960D136C-2BFC-443B-8AA0-687700F62C6C}" destId="{9ED45628-F02B-4E04-8B97-2A56A3EA5689}" srcOrd="4" destOrd="0" presId="urn:microsoft.com/office/officeart/2005/8/layout/vProcess5"/>
    <dgm:cxn modelId="{D3839762-01BC-45D0-B377-8236C1B0FC75}" type="presParOf" srcId="{960D136C-2BFC-443B-8AA0-687700F62C6C}" destId="{EE2644A9-6362-44D4-B6E1-10051C5D766C}" srcOrd="5" destOrd="0" presId="urn:microsoft.com/office/officeart/2005/8/layout/vProcess5"/>
    <dgm:cxn modelId="{56D1E361-5817-4B95-8524-46F38132ABB3}" type="presParOf" srcId="{960D136C-2BFC-443B-8AA0-687700F62C6C}" destId="{6B89C814-A42A-466F-B77A-7E31948EC38A}" srcOrd="6" destOrd="0" presId="urn:microsoft.com/office/officeart/2005/8/layout/vProcess5"/>
    <dgm:cxn modelId="{868C6081-5B7C-4EF5-8A76-405A723AE3EC}" type="presParOf" srcId="{960D136C-2BFC-443B-8AA0-687700F62C6C}" destId="{4CBDA12D-391A-4BCA-A97E-92D75514E21D}" srcOrd="7" destOrd="0" presId="urn:microsoft.com/office/officeart/2005/8/layout/vProcess5"/>
    <dgm:cxn modelId="{C5EF39F0-1A6C-4E37-A6C4-B77094F2CB89}" type="presParOf" srcId="{960D136C-2BFC-443B-8AA0-687700F62C6C}" destId="{5BE56D1A-8F8B-4E70-A6F2-F6F5EC52B048}"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5C49ABE-0D09-473A-9F76-2FCADF199BE4}"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81A2F7AB-6828-433A-944A-7692CAC3765C}">
      <dgm:prSet/>
      <dgm:spPr/>
      <dgm:t>
        <a:bodyPr/>
        <a:lstStyle/>
        <a:p>
          <a:r>
            <a:rPr lang="en-IN" b="0" i="0" dirty="0"/>
            <a:t>Which of the following means that N is the maternal uncle of M?</a:t>
          </a:r>
          <a:endParaRPr lang="en-US" dirty="0"/>
        </a:p>
      </dgm:t>
    </dgm:pt>
    <dgm:pt modelId="{A2E2D09D-9C90-48E8-8773-F7B06A1A8BEB}" type="parTrans" cxnId="{AFF445C1-3456-4E64-BD45-C6D41E29B992}">
      <dgm:prSet/>
      <dgm:spPr/>
      <dgm:t>
        <a:bodyPr/>
        <a:lstStyle/>
        <a:p>
          <a:endParaRPr lang="en-US"/>
        </a:p>
      </dgm:t>
    </dgm:pt>
    <dgm:pt modelId="{128CC51E-E1B3-4BDD-A136-003B1D3BB978}" type="sibTrans" cxnId="{AFF445C1-3456-4E64-BD45-C6D41E29B992}">
      <dgm:prSet/>
      <dgm:spPr/>
      <dgm:t>
        <a:bodyPr/>
        <a:lstStyle/>
        <a:p>
          <a:endParaRPr lang="en-US"/>
        </a:p>
      </dgm:t>
    </dgm:pt>
    <dgm:pt modelId="{5FE06789-9123-4324-9F55-BD030A777751}">
      <dgm:prSet/>
      <dgm:spPr/>
      <dgm:t>
        <a:bodyPr/>
        <a:lstStyle/>
        <a:p>
          <a:r>
            <a:rPr lang="en-IN" b="0" i="0" dirty="0"/>
            <a:t>N β P - L + E - M</a:t>
          </a:r>
          <a:endParaRPr lang="en-US" dirty="0"/>
        </a:p>
      </dgm:t>
    </dgm:pt>
    <dgm:pt modelId="{3D23DDAD-8965-4968-B903-23ED71F6FE29}" type="parTrans" cxnId="{D6170E26-1B38-4460-A66F-9961A73B7D6D}">
      <dgm:prSet/>
      <dgm:spPr/>
      <dgm:t>
        <a:bodyPr/>
        <a:lstStyle/>
        <a:p>
          <a:endParaRPr lang="en-US"/>
        </a:p>
      </dgm:t>
    </dgm:pt>
    <dgm:pt modelId="{0F660D72-C4BF-47B1-92F9-06C3B50328A5}" type="sibTrans" cxnId="{D6170E26-1B38-4460-A66F-9961A73B7D6D}">
      <dgm:prSet/>
      <dgm:spPr/>
      <dgm:t>
        <a:bodyPr/>
        <a:lstStyle/>
        <a:p>
          <a:endParaRPr lang="en-US"/>
        </a:p>
      </dgm:t>
    </dgm:pt>
    <dgm:pt modelId="{9EF7632E-AF54-403B-9C81-D1C9E2BA28D6}">
      <dgm:prSet/>
      <dgm:spPr/>
      <dgm:t>
        <a:bodyPr/>
        <a:lstStyle/>
        <a:p>
          <a:r>
            <a:rPr lang="en-IN" b="0" i="0" dirty="0"/>
            <a:t>N - Y + A β M</a:t>
          </a:r>
          <a:endParaRPr lang="en-US" dirty="0"/>
        </a:p>
      </dgm:t>
    </dgm:pt>
    <dgm:pt modelId="{499D7763-B6F7-48DE-A36E-4A456BCB2B2D}" type="parTrans" cxnId="{3D658BF4-325A-423B-B34E-943D8A262BF5}">
      <dgm:prSet/>
      <dgm:spPr/>
      <dgm:t>
        <a:bodyPr/>
        <a:lstStyle/>
        <a:p>
          <a:endParaRPr lang="en-US"/>
        </a:p>
      </dgm:t>
    </dgm:pt>
    <dgm:pt modelId="{610FF451-480D-485C-ABEF-F05B662DB174}" type="sibTrans" cxnId="{3D658BF4-325A-423B-B34E-943D8A262BF5}">
      <dgm:prSet/>
      <dgm:spPr/>
      <dgm:t>
        <a:bodyPr/>
        <a:lstStyle/>
        <a:p>
          <a:endParaRPr lang="en-US"/>
        </a:p>
      </dgm:t>
    </dgm:pt>
    <dgm:pt modelId="{5EF8617D-C672-4184-B42F-C48ADF5415FF}">
      <dgm:prSet/>
      <dgm:spPr/>
      <dgm:t>
        <a:bodyPr/>
        <a:lstStyle/>
        <a:p>
          <a:r>
            <a:rPr lang="en-IN" b="0" i="0" dirty="0"/>
            <a:t>M - Y * P - N</a:t>
          </a:r>
          <a:endParaRPr lang="en-US" dirty="0"/>
        </a:p>
      </dgm:t>
    </dgm:pt>
    <dgm:pt modelId="{096AA3D0-FB5C-495F-92E5-F2CFF0E6BFC0}" type="parTrans" cxnId="{39FEAAC0-C63E-4CF0-BD0A-3A4099F0F08B}">
      <dgm:prSet/>
      <dgm:spPr/>
      <dgm:t>
        <a:bodyPr/>
        <a:lstStyle/>
        <a:p>
          <a:endParaRPr lang="en-US"/>
        </a:p>
      </dgm:t>
    </dgm:pt>
    <dgm:pt modelId="{268314D8-7F4C-4F80-81C6-561A2399880B}" type="sibTrans" cxnId="{39FEAAC0-C63E-4CF0-BD0A-3A4099F0F08B}">
      <dgm:prSet/>
      <dgm:spPr/>
      <dgm:t>
        <a:bodyPr/>
        <a:lstStyle/>
        <a:p>
          <a:endParaRPr lang="en-US"/>
        </a:p>
      </dgm:t>
    </dgm:pt>
    <dgm:pt modelId="{52C9F5A4-D8CF-40EB-BAE5-252D54EEBC4B}">
      <dgm:prSet/>
      <dgm:spPr/>
      <dgm:t>
        <a:bodyPr/>
        <a:lstStyle/>
        <a:p>
          <a:r>
            <a:rPr lang="en-IN" b="0" i="0" dirty="0"/>
            <a:t>N β C + F * M</a:t>
          </a:r>
          <a:endParaRPr lang="en-US" dirty="0"/>
        </a:p>
      </dgm:t>
    </dgm:pt>
    <dgm:pt modelId="{53896456-0B78-45EC-A2AC-D72619EBB0D4}" type="parTrans" cxnId="{D925AE49-01F8-4F87-8548-3F834D46ABBC}">
      <dgm:prSet/>
      <dgm:spPr/>
      <dgm:t>
        <a:bodyPr/>
        <a:lstStyle/>
        <a:p>
          <a:endParaRPr lang="en-US"/>
        </a:p>
      </dgm:t>
    </dgm:pt>
    <dgm:pt modelId="{48CF7F3B-A02D-450B-904F-63E406B5A9E9}" type="sibTrans" cxnId="{D925AE49-01F8-4F87-8548-3F834D46ABBC}">
      <dgm:prSet/>
      <dgm:spPr/>
      <dgm:t>
        <a:bodyPr/>
        <a:lstStyle/>
        <a:p>
          <a:endParaRPr lang="en-US"/>
        </a:p>
      </dgm:t>
    </dgm:pt>
    <dgm:pt modelId="{1C354A76-9E3B-4FA3-86D9-AAD6C65F1AC9}" type="pres">
      <dgm:prSet presAssocID="{95C49ABE-0D09-473A-9F76-2FCADF199BE4}" presName="outerComposite" presStyleCnt="0">
        <dgm:presLayoutVars>
          <dgm:chMax val="5"/>
          <dgm:dir/>
          <dgm:resizeHandles val="exact"/>
        </dgm:presLayoutVars>
      </dgm:prSet>
      <dgm:spPr/>
    </dgm:pt>
    <dgm:pt modelId="{575BBDF8-A353-4FD1-94E0-B31921C73A63}" type="pres">
      <dgm:prSet presAssocID="{95C49ABE-0D09-473A-9F76-2FCADF199BE4}" presName="dummyMaxCanvas" presStyleCnt="0">
        <dgm:presLayoutVars/>
      </dgm:prSet>
      <dgm:spPr/>
    </dgm:pt>
    <dgm:pt modelId="{462F0B8D-F043-4953-9D94-2EDD49126450}" type="pres">
      <dgm:prSet presAssocID="{95C49ABE-0D09-473A-9F76-2FCADF199BE4}" presName="OneNode_1" presStyleLbl="node1" presStyleIdx="0" presStyleCnt="1">
        <dgm:presLayoutVars>
          <dgm:bulletEnabled val="1"/>
        </dgm:presLayoutVars>
      </dgm:prSet>
      <dgm:spPr/>
    </dgm:pt>
  </dgm:ptLst>
  <dgm:cxnLst>
    <dgm:cxn modelId="{AF64A215-9AE2-4151-848C-7438A5D4D2E6}" type="presOf" srcId="{95C49ABE-0D09-473A-9F76-2FCADF199BE4}" destId="{1C354A76-9E3B-4FA3-86D9-AAD6C65F1AC9}" srcOrd="0" destOrd="0" presId="urn:microsoft.com/office/officeart/2005/8/layout/vProcess5"/>
    <dgm:cxn modelId="{C101C022-6F27-413A-8983-5DF393C42115}" type="presOf" srcId="{81A2F7AB-6828-433A-944A-7692CAC3765C}" destId="{462F0B8D-F043-4953-9D94-2EDD49126450}" srcOrd="0" destOrd="0" presId="urn:microsoft.com/office/officeart/2005/8/layout/vProcess5"/>
    <dgm:cxn modelId="{D6170E26-1B38-4460-A66F-9961A73B7D6D}" srcId="{81A2F7AB-6828-433A-944A-7692CAC3765C}" destId="{5FE06789-9123-4324-9F55-BD030A777751}" srcOrd="0" destOrd="0" parTransId="{3D23DDAD-8965-4968-B903-23ED71F6FE29}" sibTransId="{0F660D72-C4BF-47B1-92F9-06C3B50328A5}"/>
    <dgm:cxn modelId="{D925AE49-01F8-4F87-8548-3F834D46ABBC}" srcId="{81A2F7AB-6828-433A-944A-7692CAC3765C}" destId="{52C9F5A4-D8CF-40EB-BAE5-252D54EEBC4B}" srcOrd="3" destOrd="0" parTransId="{53896456-0B78-45EC-A2AC-D72619EBB0D4}" sibTransId="{48CF7F3B-A02D-450B-904F-63E406B5A9E9}"/>
    <dgm:cxn modelId="{853C2852-2FAD-4556-993D-D4DBE2EF11CE}" type="presOf" srcId="{52C9F5A4-D8CF-40EB-BAE5-252D54EEBC4B}" destId="{462F0B8D-F043-4953-9D94-2EDD49126450}" srcOrd="0" destOrd="4" presId="urn:microsoft.com/office/officeart/2005/8/layout/vProcess5"/>
    <dgm:cxn modelId="{10217088-4434-4B74-968F-C01EF461951F}" type="presOf" srcId="{5EF8617D-C672-4184-B42F-C48ADF5415FF}" destId="{462F0B8D-F043-4953-9D94-2EDD49126450}" srcOrd="0" destOrd="3" presId="urn:microsoft.com/office/officeart/2005/8/layout/vProcess5"/>
    <dgm:cxn modelId="{D11FD5B3-27E9-476F-88EB-AF27329162FA}" type="presOf" srcId="{9EF7632E-AF54-403B-9C81-D1C9E2BA28D6}" destId="{462F0B8D-F043-4953-9D94-2EDD49126450}" srcOrd="0" destOrd="2" presId="urn:microsoft.com/office/officeart/2005/8/layout/vProcess5"/>
    <dgm:cxn modelId="{39FEAAC0-C63E-4CF0-BD0A-3A4099F0F08B}" srcId="{81A2F7AB-6828-433A-944A-7692CAC3765C}" destId="{5EF8617D-C672-4184-B42F-C48ADF5415FF}" srcOrd="2" destOrd="0" parTransId="{096AA3D0-FB5C-495F-92E5-F2CFF0E6BFC0}" sibTransId="{268314D8-7F4C-4F80-81C6-561A2399880B}"/>
    <dgm:cxn modelId="{AFF445C1-3456-4E64-BD45-C6D41E29B992}" srcId="{95C49ABE-0D09-473A-9F76-2FCADF199BE4}" destId="{81A2F7AB-6828-433A-944A-7692CAC3765C}" srcOrd="0" destOrd="0" parTransId="{A2E2D09D-9C90-48E8-8773-F7B06A1A8BEB}" sibTransId="{128CC51E-E1B3-4BDD-A136-003B1D3BB978}"/>
    <dgm:cxn modelId="{0BF8B2D6-4F1E-4481-8FF4-177079696654}" type="presOf" srcId="{5FE06789-9123-4324-9F55-BD030A777751}" destId="{462F0B8D-F043-4953-9D94-2EDD49126450}" srcOrd="0" destOrd="1" presId="urn:microsoft.com/office/officeart/2005/8/layout/vProcess5"/>
    <dgm:cxn modelId="{3D658BF4-325A-423B-B34E-943D8A262BF5}" srcId="{81A2F7AB-6828-433A-944A-7692CAC3765C}" destId="{9EF7632E-AF54-403B-9C81-D1C9E2BA28D6}" srcOrd="1" destOrd="0" parTransId="{499D7763-B6F7-48DE-A36E-4A456BCB2B2D}" sibTransId="{610FF451-480D-485C-ABEF-F05B662DB174}"/>
    <dgm:cxn modelId="{8D53621C-EE73-47A8-8603-DE0DF1E2587B}" type="presParOf" srcId="{1C354A76-9E3B-4FA3-86D9-AAD6C65F1AC9}" destId="{575BBDF8-A353-4FD1-94E0-B31921C73A63}" srcOrd="0" destOrd="0" presId="urn:microsoft.com/office/officeart/2005/8/layout/vProcess5"/>
    <dgm:cxn modelId="{18558DF7-E1AF-4C1E-90FC-E8C34A6B1493}" type="presParOf" srcId="{1C354A76-9E3B-4FA3-86D9-AAD6C65F1AC9}" destId="{462F0B8D-F043-4953-9D94-2EDD49126450}"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0D0D79-BD22-490D-8944-B2D7C84EF911}">
      <dsp:nvSpPr>
        <dsp:cNvPr id="0" name=""/>
        <dsp:cNvSpPr/>
      </dsp:nvSpPr>
      <dsp:spPr>
        <a:xfrm>
          <a:off x="0" y="0"/>
          <a:ext cx="6522986" cy="130027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baseline="0"/>
            <a:t>Answer: Father</a:t>
          </a:r>
          <a:endParaRPr lang="en-US" sz="2400" kern="1200"/>
        </a:p>
      </dsp:txBody>
      <dsp:txXfrm>
        <a:off x="38084" y="38084"/>
        <a:ext cx="5119886" cy="1224108"/>
      </dsp:txXfrm>
    </dsp:sp>
    <dsp:sp modelId="{D7A19FDD-6F62-447C-A1D3-B844058DC3B2}">
      <dsp:nvSpPr>
        <dsp:cNvPr id="0" name=""/>
        <dsp:cNvSpPr/>
      </dsp:nvSpPr>
      <dsp:spPr>
        <a:xfrm>
          <a:off x="575557" y="1516989"/>
          <a:ext cx="6522986" cy="1300276"/>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baseline="0"/>
            <a:t>Explanation:</a:t>
          </a:r>
          <a:endParaRPr lang="en-US" sz="2400" kern="1200"/>
        </a:p>
      </dsp:txBody>
      <dsp:txXfrm>
        <a:off x="613641" y="1555073"/>
        <a:ext cx="5026081" cy="1224108"/>
      </dsp:txXfrm>
    </dsp:sp>
    <dsp:sp modelId="{AAB47B22-1B8C-4C74-90A6-25966E80CCC2}">
      <dsp:nvSpPr>
        <dsp:cNvPr id="0" name=""/>
        <dsp:cNvSpPr/>
      </dsp:nvSpPr>
      <dsp:spPr>
        <a:xfrm>
          <a:off x="1151115" y="3033979"/>
          <a:ext cx="6522986" cy="1300276"/>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b="0" i="0" kern="1200" baseline="0"/>
            <a:t>The boy in the photograph is the son of Suresh. Hence, Suresh is the father.</a:t>
          </a:r>
          <a:endParaRPr lang="en-US" sz="2400" kern="1200"/>
        </a:p>
      </dsp:txBody>
      <dsp:txXfrm>
        <a:off x="1189199" y="3072063"/>
        <a:ext cx="5026081" cy="1224108"/>
      </dsp:txXfrm>
    </dsp:sp>
    <dsp:sp modelId="{CE7852B8-6A2F-4142-A989-434FEC643839}">
      <dsp:nvSpPr>
        <dsp:cNvPr id="0" name=""/>
        <dsp:cNvSpPr/>
      </dsp:nvSpPr>
      <dsp:spPr>
        <a:xfrm>
          <a:off x="5677806" y="986043"/>
          <a:ext cx="845179" cy="845179"/>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867971" y="986043"/>
        <a:ext cx="464849" cy="635997"/>
      </dsp:txXfrm>
    </dsp:sp>
    <dsp:sp modelId="{3CF9C7A6-6D4A-463B-86DB-5F8039CE11D7}">
      <dsp:nvSpPr>
        <dsp:cNvPr id="0" name=""/>
        <dsp:cNvSpPr/>
      </dsp:nvSpPr>
      <dsp:spPr>
        <a:xfrm>
          <a:off x="6253364" y="2494364"/>
          <a:ext cx="845179" cy="845179"/>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443529" y="2494364"/>
        <a:ext cx="464849" cy="6359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EBE63C-53E9-45A4-994E-0F4E5F041D5F}">
      <dsp:nvSpPr>
        <dsp:cNvPr id="0" name=""/>
        <dsp:cNvSpPr/>
      </dsp:nvSpPr>
      <dsp:spPr>
        <a:xfrm>
          <a:off x="0" y="0"/>
          <a:ext cx="6310820" cy="75470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Answer: Cannot be determined</a:t>
          </a:r>
          <a:endParaRPr lang="en-US" sz="1900" kern="1200"/>
        </a:p>
      </dsp:txBody>
      <dsp:txXfrm>
        <a:off x="22105" y="22105"/>
        <a:ext cx="5408133" cy="710494"/>
      </dsp:txXfrm>
    </dsp:sp>
    <dsp:sp modelId="{1687262F-A699-4D27-811B-78700CD591D3}">
      <dsp:nvSpPr>
        <dsp:cNvPr id="0" name=""/>
        <dsp:cNvSpPr/>
      </dsp:nvSpPr>
      <dsp:spPr>
        <a:xfrm>
          <a:off x="471262" y="859525"/>
          <a:ext cx="6310820" cy="754704"/>
        </a:xfrm>
        <a:prstGeom prst="roundRect">
          <a:avLst>
            <a:gd name="adj" fmla="val 10000"/>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Explanation:</a:t>
          </a:r>
          <a:endParaRPr lang="en-US" sz="1900" kern="1200"/>
        </a:p>
      </dsp:txBody>
      <dsp:txXfrm>
        <a:off x="493367" y="881630"/>
        <a:ext cx="5304789" cy="710494"/>
      </dsp:txXfrm>
    </dsp:sp>
    <dsp:sp modelId="{A420463F-270D-4DBA-80EB-DD1416C1F4D3}">
      <dsp:nvSpPr>
        <dsp:cNvPr id="0" name=""/>
        <dsp:cNvSpPr/>
      </dsp:nvSpPr>
      <dsp:spPr>
        <a:xfrm>
          <a:off x="942525" y="1719050"/>
          <a:ext cx="6310820" cy="754704"/>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If D is Male → Nephew</a:t>
          </a:r>
          <a:endParaRPr lang="en-US" sz="1900" kern="1200"/>
        </a:p>
      </dsp:txBody>
      <dsp:txXfrm>
        <a:off x="964630" y="1741155"/>
        <a:ext cx="5304789" cy="710494"/>
      </dsp:txXfrm>
    </dsp:sp>
    <dsp:sp modelId="{045FCC00-011D-4700-8147-FF675D6105DF}">
      <dsp:nvSpPr>
        <dsp:cNvPr id="0" name=""/>
        <dsp:cNvSpPr/>
      </dsp:nvSpPr>
      <dsp:spPr>
        <a:xfrm>
          <a:off x="1413787" y="2578575"/>
          <a:ext cx="6310820" cy="754704"/>
        </a:xfrm>
        <a:prstGeom prst="roundRect">
          <a:avLst>
            <a:gd name="adj" fmla="val 10000"/>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If D is Female → Niece</a:t>
          </a:r>
          <a:endParaRPr lang="en-US" sz="1900" kern="1200"/>
        </a:p>
      </dsp:txBody>
      <dsp:txXfrm>
        <a:off x="1435892" y="2600680"/>
        <a:ext cx="5304789" cy="710494"/>
      </dsp:txXfrm>
    </dsp:sp>
    <dsp:sp modelId="{32221FD8-E558-4CFD-84E3-D72BB7E3F207}">
      <dsp:nvSpPr>
        <dsp:cNvPr id="0" name=""/>
        <dsp:cNvSpPr/>
      </dsp:nvSpPr>
      <dsp:spPr>
        <a:xfrm>
          <a:off x="1885050" y="3438100"/>
          <a:ext cx="6310820" cy="754704"/>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As the sex of D is not known, the relation cannot be determined.</a:t>
          </a:r>
          <a:endParaRPr lang="en-US" sz="1900" kern="1200"/>
        </a:p>
      </dsp:txBody>
      <dsp:txXfrm>
        <a:off x="1907155" y="3460205"/>
        <a:ext cx="5304789" cy="710494"/>
      </dsp:txXfrm>
    </dsp:sp>
    <dsp:sp modelId="{B4AD5676-AE58-4AEC-9CB0-EC468887F2B1}">
      <dsp:nvSpPr>
        <dsp:cNvPr id="0" name=""/>
        <dsp:cNvSpPr/>
      </dsp:nvSpPr>
      <dsp:spPr>
        <a:xfrm>
          <a:off x="5820262" y="551353"/>
          <a:ext cx="490558" cy="490558"/>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930638" y="551353"/>
        <a:ext cx="269806" cy="369145"/>
      </dsp:txXfrm>
    </dsp:sp>
    <dsp:sp modelId="{2C730015-51BA-48F6-A4B9-DB8D1C2F7EE6}">
      <dsp:nvSpPr>
        <dsp:cNvPr id="0" name=""/>
        <dsp:cNvSpPr/>
      </dsp:nvSpPr>
      <dsp:spPr>
        <a:xfrm>
          <a:off x="6291525" y="1410878"/>
          <a:ext cx="490558" cy="490558"/>
        </a:xfrm>
        <a:prstGeom prst="downArrow">
          <a:avLst>
            <a:gd name="adj1" fmla="val 55000"/>
            <a:gd name="adj2" fmla="val 45000"/>
          </a:avLst>
        </a:prstGeom>
        <a:solidFill>
          <a:schemeClr val="accent2">
            <a:tint val="40000"/>
            <a:alpha val="90000"/>
            <a:hueOff val="1675274"/>
            <a:satOff val="-1459"/>
            <a:lumOff val="-2"/>
            <a:alphaOff val="0"/>
          </a:schemeClr>
        </a:solidFill>
        <a:ln w="25400" cap="flat" cmpd="sng" algn="ctr">
          <a:solidFill>
            <a:schemeClr val="accent2">
              <a:tint val="40000"/>
              <a:alpha val="90000"/>
              <a:hueOff val="1675274"/>
              <a:satOff val="-1459"/>
              <a:lumOff val="-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401901" y="1410878"/>
        <a:ext cx="269806" cy="369145"/>
      </dsp:txXfrm>
    </dsp:sp>
    <dsp:sp modelId="{713C0E03-6EB4-4308-9905-3CCE5FBCA152}">
      <dsp:nvSpPr>
        <dsp:cNvPr id="0" name=""/>
        <dsp:cNvSpPr/>
      </dsp:nvSpPr>
      <dsp:spPr>
        <a:xfrm>
          <a:off x="6762787" y="2257825"/>
          <a:ext cx="490558" cy="490558"/>
        </a:xfrm>
        <a:prstGeom prst="downArrow">
          <a:avLst>
            <a:gd name="adj1" fmla="val 55000"/>
            <a:gd name="adj2" fmla="val 45000"/>
          </a:avLst>
        </a:prstGeom>
        <a:solidFill>
          <a:schemeClr val="accent2">
            <a:tint val="40000"/>
            <a:alpha val="90000"/>
            <a:hueOff val="3350547"/>
            <a:satOff val="-2919"/>
            <a:lumOff val="-4"/>
            <a:alphaOff val="0"/>
          </a:schemeClr>
        </a:solidFill>
        <a:ln w="25400" cap="flat" cmpd="sng" algn="ctr">
          <a:solidFill>
            <a:schemeClr val="accent2">
              <a:tint val="40000"/>
              <a:alpha val="90000"/>
              <a:hueOff val="3350547"/>
              <a:satOff val="-2919"/>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873163" y="2257825"/>
        <a:ext cx="269806" cy="369145"/>
      </dsp:txXfrm>
    </dsp:sp>
    <dsp:sp modelId="{84930714-880D-440D-B0C0-99C099E59111}">
      <dsp:nvSpPr>
        <dsp:cNvPr id="0" name=""/>
        <dsp:cNvSpPr/>
      </dsp:nvSpPr>
      <dsp:spPr>
        <a:xfrm>
          <a:off x="7234050" y="3125736"/>
          <a:ext cx="490558" cy="490558"/>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7344426" y="3125736"/>
        <a:ext cx="269806" cy="3691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A50EB2-D620-4618-B825-1230CBEFDB6D}">
      <dsp:nvSpPr>
        <dsp:cNvPr id="0" name=""/>
        <dsp:cNvSpPr/>
      </dsp:nvSpPr>
      <dsp:spPr>
        <a:xfrm>
          <a:off x="0" y="1867099"/>
          <a:ext cx="5000124" cy="428400"/>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33ADAC8-75AE-4732-BB9A-CBD58FFC48FD}">
      <dsp:nvSpPr>
        <dsp:cNvPr id="0" name=""/>
        <dsp:cNvSpPr/>
      </dsp:nvSpPr>
      <dsp:spPr>
        <a:xfrm>
          <a:off x="250006" y="1616179"/>
          <a:ext cx="3500086" cy="50184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755650">
            <a:lnSpc>
              <a:spcPct val="90000"/>
            </a:lnSpc>
            <a:spcBef>
              <a:spcPct val="0"/>
            </a:spcBef>
            <a:spcAft>
              <a:spcPct val="35000"/>
            </a:spcAft>
            <a:buNone/>
          </a:pPr>
          <a:r>
            <a:rPr lang="en-IN" sz="1700" b="1" kern="1200"/>
            <a:t>Answer:</a:t>
          </a:r>
          <a:r>
            <a:rPr lang="en-IN" sz="1700" kern="1200"/>
            <a:t> Option D</a:t>
          </a:r>
          <a:endParaRPr lang="en-US" sz="1700" kern="1200"/>
        </a:p>
      </dsp:txBody>
      <dsp:txXfrm>
        <a:off x="274504" y="1640677"/>
        <a:ext cx="3451090" cy="452844"/>
      </dsp:txXfrm>
    </dsp:sp>
    <dsp:sp modelId="{B52AB7F9-7162-4FAE-8272-E7FD3CBF7F1F}">
      <dsp:nvSpPr>
        <dsp:cNvPr id="0" name=""/>
        <dsp:cNvSpPr/>
      </dsp:nvSpPr>
      <dsp:spPr>
        <a:xfrm>
          <a:off x="0" y="2638219"/>
          <a:ext cx="5000124" cy="428400"/>
        </a:xfrm>
        <a:prstGeom prst="rect">
          <a:avLst/>
        </a:prstGeom>
        <a:solidFill>
          <a:schemeClr val="lt1">
            <a:alpha val="90000"/>
            <a:hueOff val="0"/>
            <a:satOff val="0"/>
            <a:lumOff val="0"/>
            <a:alphaOff val="0"/>
          </a:schemeClr>
        </a:solidFill>
        <a:ln w="9525" cap="flat" cmpd="sng" algn="ctr">
          <a:solidFill>
            <a:schemeClr val="accent5">
              <a:hueOff val="-4966938"/>
              <a:satOff val="19906"/>
              <a:lumOff val="4314"/>
              <a:alphaOff val="0"/>
            </a:schemeClr>
          </a:solidFill>
          <a:prstDash val="solid"/>
        </a:ln>
        <a:effectLst/>
      </dsp:spPr>
      <dsp:style>
        <a:lnRef idx="1">
          <a:scrgbClr r="0" g="0" b="0"/>
        </a:lnRef>
        <a:fillRef idx="1">
          <a:scrgbClr r="0" g="0" b="0"/>
        </a:fillRef>
        <a:effectRef idx="0">
          <a:scrgbClr r="0" g="0" b="0"/>
        </a:effectRef>
        <a:fontRef idx="minor"/>
      </dsp:style>
    </dsp:sp>
    <dsp:sp modelId="{099B75D2-6638-4E25-844B-C8C3DE852CC6}">
      <dsp:nvSpPr>
        <dsp:cNvPr id="0" name=""/>
        <dsp:cNvSpPr/>
      </dsp:nvSpPr>
      <dsp:spPr>
        <a:xfrm>
          <a:off x="250006" y="2387299"/>
          <a:ext cx="3500086" cy="501840"/>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755650">
            <a:lnSpc>
              <a:spcPct val="90000"/>
            </a:lnSpc>
            <a:spcBef>
              <a:spcPct val="0"/>
            </a:spcBef>
            <a:spcAft>
              <a:spcPct val="35000"/>
            </a:spcAft>
            <a:buNone/>
          </a:pPr>
          <a:r>
            <a:rPr lang="en-IN" sz="1700" b="1" kern="1200"/>
            <a:t>Explanation:</a:t>
          </a:r>
          <a:endParaRPr lang="en-US" sz="1700" kern="1200"/>
        </a:p>
      </dsp:txBody>
      <dsp:txXfrm>
        <a:off x="274504" y="2411797"/>
        <a:ext cx="3451090" cy="452844"/>
      </dsp:txXfrm>
    </dsp:sp>
    <dsp:sp modelId="{12C319A5-87DD-4A74-A4AD-D15B7CC8FF01}">
      <dsp:nvSpPr>
        <dsp:cNvPr id="0" name=""/>
        <dsp:cNvSpPr/>
      </dsp:nvSpPr>
      <dsp:spPr>
        <a:xfrm>
          <a:off x="0" y="3409340"/>
          <a:ext cx="5000124" cy="428400"/>
        </a:xfrm>
        <a:prstGeom prst="rect">
          <a:avLst/>
        </a:prstGeom>
        <a:solidFill>
          <a:schemeClr val="lt1">
            <a:alpha val="90000"/>
            <a:hueOff val="0"/>
            <a:satOff val="0"/>
            <a:lumOff val="0"/>
            <a:alphaOff val="0"/>
          </a:schemeClr>
        </a:solidFill>
        <a:ln w="9525" cap="flat" cmpd="sng" algn="ctr">
          <a:solidFill>
            <a:schemeClr val="accent5">
              <a:hueOff val="-9933876"/>
              <a:satOff val="39811"/>
              <a:lumOff val="8628"/>
              <a:alphaOff val="0"/>
            </a:schemeClr>
          </a:solidFill>
          <a:prstDash val="solid"/>
        </a:ln>
        <a:effectLst/>
      </dsp:spPr>
      <dsp:style>
        <a:lnRef idx="1">
          <a:scrgbClr r="0" g="0" b="0"/>
        </a:lnRef>
        <a:fillRef idx="1">
          <a:scrgbClr r="0" g="0" b="0"/>
        </a:fillRef>
        <a:effectRef idx="0">
          <a:scrgbClr r="0" g="0" b="0"/>
        </a:effectRef>
        <a:fontRef idx="minor"/>
      </dsp:style>
    </dsp:sp>
    <dsp:sp modelId="{6153841A-49D3-4CEF-9926-D88F730A6A03}">
      <dsp:nvSpPr>
        <dsp:cNvPr id="0" name=""/>
        <dsp:cNvSpPr/>
      </dsp:nvSpPr>
      <dsp:spPr>
        <a:xfrm>
          <a:off x="250006" y="3158420"/>
          <a:ext cx="3500086" cy="50184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755650">
            <a:lnSpc>
              <a:spcPct val="90000"/>
            </a:lnSpc>
            <a:spcBef>
              <a:spcPct val="0"/>
            </a:spcBef>
            <a:spcAft>
              <a:spcPct val="35000"/>
            </a:spcAft>
            <a:buNone/>
          </a:pPr>
          <a:r>
            <a:rPr lang="en-IN" sz="1700" kern="1200"/>
            <a:t>Because the sex of O is not known.</a:t>
          </a:r>
          <a:endParaRPr lang="en-US" sz="1700" kern="1200"/>
        </a:p>
      </dsp:txBody>
      <dsp:txXfrm>
        <a:off x="274504" y="3182918"/>
        <a:ext cx="3451090"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A0A254-6668-40EB-A6D7-1D8870C4F59E}">
      <dsp:nvSpPr>
        <dsp:cNvPr id="0" name=""/>
        <dsp:cNvSpPr/>
      </dsp:nvSpPr>
      <dsp:spPr>
        <a:xfrm>
          <a:off x="0" y="0"/>
          <a:ext cx="6703695" cy="130540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Answer:</a:t>
          </a:r>
          <a:r>
            <a:rPr lang="en-IN" sz="1900" kern="1200"/>
            <a:t> Option B</a:t>
          </a:r>
          <a:endParaRPr lang="en-US" sz="1900" kern="1200"/>
        </a:p>
      </dsp:txBody>
      <dsp:txXfrm>
        <a:off x="38234" y="38234"/>
        <a:ext cx="5295064" cy="1228933"/>
      </dsp:txXfrm>
    </dsp:sp>
    <dsp:sp modelId="{E76F12C4-F8CE-4D49-B316-1364D39DEC41}">
      <dsp:nvSpPr>
        <dsp:cNvPr id="0" name=""/>
        <dsp:cNvSpPr/>
      </dsp:nvSpPr>
      <dsp:spPr>
        <a:xfrm>
          <a:off x="591502" y="1522968"/>
          <a:ext cx="6703695" cy="1305401"/>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b="1" kern="1200"/>
            <a:t>Explanation:</a:t>
          </a:r>
          <a:endParaRPr lang="en-US" sz="1900" kern="1200"/>
        </a:p>
      </dsp:txBody>
      <dsp:txXfrm>
        <a:off x="629736" y="1561202"/>
        <a:ext cx="5187213" cy="1228933"/>
      </dsp:txXfrm>
    </dsp:sp>
    <dsp:sp modelId="{55ED8CBC-CD64-471C-82CC-A092F73146EB}">
      <dsp:nvSpPr>
        <dsp:cNvPr id="0" name=""/>
        <dsp:cNvSpPr/>
      </dsp:nvSpPr>
      <dsp:spPr>
        <a:xfrm>
          <a:off x="1183004" y="3045936"/>
          <a:ext cx="6703695" cy="1305401"/>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t>Father's wife → mother. Hence, the daughter of the mother means sister and sister's younger brother means brother. Therefore, the boy is the brother of Deepak.</a:t>
          </a:r>
          <a:endParaRPr lang="en-US" sz="1900" kern="1200"/>
        </a:p>
      </dsp:txBody>
      <dsp:txXfrm>
        <a:off x="1221238" y="3084170"/>
        <a:ext cx="5187213" cy="1228933"/>
      </dsp:txXfrm>
    </dsp:sp>
    <dsp:sp modelId="{9ED45628-F02B-4E04-8B97-2A56A3EA5689}">
      <dsp:nvSpPr>
        <dsp:cNvPr id="0" name=""/>
        <dsp:cNvSpPr/>
      </dsp:nvSpPr>
      <dsp:spPr>
        <a:xfrm>
          <a:off x="5855184" y="989929"/>
          <a:ext cx="848510" cy="848510"/>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046099" y="989929"/>
        <a:ext cx="466680" cy="638504"/>
      </dsp:txXfrm>
    </dsp:sp>
    <dsp:sp modelId="{EE2644A9-6362-44D4-B6E1-10051C5D766C}">
      <dsp:nvSpPr>
        <dsp:cNvPr id="0" name=""/>
        <dsp:cNvSpPr/>
      </dsp:nvSpPr>
      <dsp:spPr>
        <a:xfrm>
          <a:off x="6446686" y="2504195"/>
          <a:ext cx="848510" cy="848510"/>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637601" y="2504195"/>
        <a:ext cx="466680" cy="6385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F0B8D-F043-4953-9D94-2EDD49126450}">
      <dsp:nvSpPr>
        <dsp:cNvPr id="0" name=""/>
        <dsp:cNvSpPr/>
      </dsp:nvSpPr>
      <dsp:spPr>
        <a:xfrm>
          <a:off x="0" y="1502300"/>
          <a:ext cx="7886700" cy="300460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N" sz="3100" b="0" i="0" kern="1200" dirty="0"/>
            <a:t>Which of the following means that N is the maternal uncle of M?</a:t>
          </a:r>
          <a:endParaRPr lang="en-US" sz="3100" kern="1200" dirty="0"/>
        </a:p>
        <a:p>
          <a:pPr marL="228600" lvl="1" indent="-228600" algn="l" defTabSz="1066800">
            <a:lnSpc>
              <a:spcPct val="90000"/>
            </a:lnSpc>
            <a:spcBef>
              <a:spcPct val="0"/>
            </a:spcBef>
            <a:spcAft>
              <a:spcPct val="15000"/>
            </a:spcAft>
            <a:buChar char="•"/>
          </a:pPr>
          <a:r>
            <a:rPr lang="en-IN" sz="2400" b="0" i="0" kern="1200" dirty="0"/>
            <a:t>N β P - L + E - M</a:t>
          </a:r>
          <a:endParaRPr lang="en-US" sz="2400" kern="1200" dirty="0"/>
        </a:p>
        <a:p>
          <a:pPr marL="228600" lvl="1" indent="-228600" algn="l" defTabSz="1066800">
            <a:lnSpc>
              <a:spcPct val="90000"/>
            </a:lnSpc>
            <a:spcBef>
              <a:spcPct val="0"/>
            </a:spcBef>
            <a:spcAft>
              <a:spcPct val="15000"/>
            </a:spcAft>
            <a:buChar char="•"/>
          </a:pPr>
          <a:r>
            <a:rPr lang="en-IN" sz="2400" b="0" i="0" kern="1200" dirty="0"/>
            <a:t>N - Y + A β M</a:t>
          </a:r>
          <a:endParaRPr lang="en-US" sz="2400" kern="1200" dirty="0"/>
        </a:p>
        <a:p>
          <a:pPr marL="228600" lvl="1" indent="-228600" algn="l" defTabSz="1066800">
            <a:lnSpc>
              <a:spcPct val="90000"/>
            </a:lnSpc>
            <a:spcBef>
              <a:spcPct val="0"/>
            </a:spcBef>
            <a:spcAft>
              <a:spcPct val="15000"/>
            </a:spcAft>
            <a:buChar char="•"/>
          </a:pPr>
          <a:r>
            <a:rPr lang="en-IN" sz="2400" b="0" i="0" kern="1200" dirty="0"/>
            <a:t>M - Y * P - N</a:t>
          </a:r>
          <a:endParaRPr lang="en-US" sz="2400" kern="1200" dirty="0"/>
        </a:p>
        <a:p>
          <a:pPr marL="228600" lvl="1" indent="-228600" algn="l" defTabSz="1066800">
            <a:lnSpc>
              <a:spcPct val="90000"/>
            </a:lnSpc>
            <a:spcBef>
              <a:spcPct val="0"/>
            </a:spcBef>
            <a:spcAft>
              <a:spcPct val="15000"/>
            </a:spcAft>
            <a:buChar char="•"/>
          </a:pPr>
          <a:r>
            <a:rPr lang="en-IN" sz="2400" b="0" i="0" kern="1200" dirty="0"/>
            <a:t>N β C + F * M</a:t>
          </a:r>
          <a:endParaRPr lang="en-US" sz="2400" kern="1200" dirty="0"/>
        </a:p>
      </dsp:txBody>
      <dsp:txXfrm>
        <a:off x="88002" y="1590302"/>
        <a:ext cx="7710696" cy="282859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Close up view of platelets in the blood">
            <a:extLst>
              <a:ext uri="{FF2B5EF4-FFF2-40B4-BE49-F238E27FC236}">
                <a16:creationId xmlns:a16="http://schemas.microsoft.com/office/drawing/2014/main" id="{DEDA6194-EB67-1906-8264-E2B292C87930}"/>
              </a:ext>
            </a:extLst>
          </p:cNvPr>
          <p:cNvPicPr>
            <a:picLocks noChangeAspect="1"/>
          </p:cNvPicPr>
          <p:nvPr/>
        </p:nvPicPr>
        <p:blipFill>
          <a:blip r:embed="rId2"/>
          <a:srcRect l="13161" r="11839"/>
          <a:stretch>
            <a:fillRect/>
          </a:stretch>
        </p:blipFill>
        <p:spPr>
          <a:xfrm>
            <a:off x="20" y="10"/>
            <a:ext cx="9143980" cy="6857990"/>
          </a:xfrm>
          <a:prstGeom prst="rect">
            <a:avLst/>
          </a:prstGeom>
        </p:spPr>
      </p:pic>
      <p:sp>
        <p:nvSpPr>
          <p:cNvPr id="25" name="Rectangle 24">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3031" y="1885950"/>
            <a:ext cx="6379369"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707356" y="2247900"/>
            <a:ext cx="5686425" cy="2514600"/>
          </a:xfrm>
        </p:spPr>
        <p:txBody>
          <a:bodyPr vert="horz" lIns="91440" tIns="45720" rIns="91440" bIns="45720" rtlCol="0" anchor="ctr">
            <a:normAutofit/>
          </a:bodyPr>
          <a:lstStyle/>
          <a:p>
            <a:pPr defTabSz="914400">
              <a:lnSpc>
                <a:spcPct val="90000"/>
              </a:lnSpc>
            </a:pPr>
            <a:r>
              <a:rPr lang="en-US" sz="5700" dirty="0">
                <a:solidFill>
                  <a:schemeClr val="tx1">
                    <a:lumMod val="75000"/>
                    <a:lumOff val="25000"/>
                  </a:schemeClr>
                </a:solidFill>
              </a:rPr>
              <a:t>Blood Relations</a:t>
            </a:r>
            <a:br>
              <a:rPr lang="en-US" sz="5700" dirty="0">
                <a:solidFill>
                  <a:schemeClr val="tx1">
                    <a:lumMod val="75000"/>
                    <a:lumOff val="25000"/>
                  </a:schemeClr>
                </a:solidFill>
              </a:rPr>
            </a:br>
            <a:r>
              <a:rPr lang="en-US" sz="5700" dirty="0">
                <a:solidFill>
                  <a:schemeClr val="tx1">
                    <a:lumMod val="75000"/>
                    <a:lumOff val="25000"/>
                  </a:schemeClr>
                </a:solidFill>
              </a:rPr>
              <a:t>– </a:t>
            </a:r>
            <a:r>
              <a:rPr lang="en-US" sz="4000" dirty="0">
                <a:solidFill>
                  <a:schemeClr val="tx1">
                    <a:lumMod val="75000"/>
                    <a:lumOff val="25000"/>
                  </a:schemeClr>
                </a:solidFill>
              </a:rPr>
              <a:t>Aptitude &amp; Reasoning</a:t>
            </a:r>
            <a:endParaRPr lang="en-US" sz="4000" dirty="0">
              <a:solidFill>
                <a:schemeClr val="tx1">
                  <a:lumMod val="75000"/>
                  <a:lumOff val="25000"/>
                </a:schemeClr>
              </a:solidFill>
              <a:ea typeface="Calibri"/>
              <a:cs typeface="Calibri"/>
            </a:endParaRPr>
          </a:p>
        </p:txBody>
      </p:sp>
      <p:sp>
        <p:nvSpPr>
          <p:cNvPr id="3" name="TextBox 2">
            <a:extLst>
              <a:ext uri="{FF2B5EF4-FFF2-40B4-BE49-F238E27FC236}">
                <a16:creationId xmlns:a16="http://schemas.microsoft.com/office/drawing/2014/main" id="{D97FBE6F-6C22-6D84-2409-111DE440493A}"/>
              </a:ext>
            </a:extLst>
          </p:cNvPr>
          <p:cNvSpPr txBox="1"/>
          <p:nvPr/>
        </p:nvSpPr>
        <p:spPr>
          <a:xfrm>
            <a:off x="6794090" y="5400675"/>
            <a:ext cx="1764394"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IN" dirty="0"/>
              <a:t>Bharath Kumar 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C595556-C814-4F1F-B0E5-71812F38A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hand of two adults and a kid on top of each other">
            <a:extLst>
              <a:ext uri="{FF2B5EF4-FFF2-40B4-BE49-F238E27FC236}">
                <a16:creationId xmlns:a16="http://schemas.microsoft.com/office/drawing/2014/main" id="{DA74E5D6-4BC7-D3C2-E895-98590C6651C6}"/>
              </a:ext>
            </a:extLst>
          </p:cNvPr>
          <p:cNvPicPr>
            <a:picLocks noChangeAspect="1"/>
          </p:cNvPicPr>
          <p:nvPr/>
        </p:nvPicPr>
        <p:blipFill>
          <a:blip r:embed="rId2">
            <a:alphaModFix amt="60000"/>
          </a:blip>
          <a:srcRect l="9367" r="1763" b="-3"/>
          <a:stretch>
            <a:fillRect/>
          </a:stretch>
        </p:blipFill>
        <p:spPr>
          <a:xfrm>
            <a:off x="20" y="10"/>
            <a:ext cx="9143980" cy="6857990"/>
          </a:xfrm>
          <a:prstGeom prst="rect">
            <a:avLst/>
          </a:prstGeom>
        </p:spPr>
      </p:pic>
      <p:sp>
        <p:nvSpPr>
          <p:cNvPr id="2" name="Title 1"/>
          <p:cNvSpPr>
            <a:spLocks noGrp="1"/>
          </p:cNvSpPr>
          <p:nvPr>
            <p:ph type="title"/>
          </p:nvPr>
        </p:nvSpPr>
        <p:spPr>
          <a:xfrm>
            <a:off x="628650" y="557189"/>
            <a:ext cx="3116868" cy="5571898"/>
          </a:xfrm>
        </p:spPr>
        <p:txBody>
          <a:bodyPr>
            <a:normAutofit/>
          </a:bodyPr>
          <a:lstStyle/>
          <a:p>
            <a:r>
              <a:rPr lang="en-US" dirty="0">
                <a:solidFill>
                  <a:srgbClr val="FFFFFF"/>
                </a:solidFill>
              </a:rPr>
              <a:t>Introduction</a:t>
            </a:r>
          </a:p>
        </p:txBody>
      </p:sp>
      <p:sp>
        <p:nvSpPr>
          <p:cNvPr id="3" name="Content Placeholder 2"/>
          <p:cNvSpPr>
            <a:spLocks noGrp="1"/>
          </p:cNvSpPr>
          <p:nvPr>
            <p:ph idx="1"/>
          </p:nvPr>
        </p:nvSpPr>
        <p:spPr>
          <a:xfrm>
            <a:off x="3889914" y="557189"/>
            <a:ext cx="4625434" cy="5571898"/>
          </a:xfrm>
          <a:solidFill>
            <a:schemeClr val="bg1">
              <a:lumMod val="95000"/>
            </a:schemeClr>
          </a:solidFill>
        </p:spPr>
        <p:txBody>
          <a:bodyPr anchor="ctr">
            <a:normAutofit/>
          </a:bodyPr>
          <a:lstStyle/>
          <a:p>
            <a:r>
              <a:rPr lang="en-US" sz="1700" b="1" dirty="0"/>
              <a:t>The questions which are asked in this section depend upon Relation.</a:t>
            </a:r>
          </a:p>
          <a:p>
            <a:r>
              <a:rPr lang="en-US" sz="1700" b="1" dirty="0"/>
              <a:t>You should have a sound knowledge of the blood relation in order to solve the questions.</a:t>
            </a:r>
            <a:endParaRPr lang="en-US" sz="1700" b="1" dirty="0">
              <a:ea typeface="Calibri"/>
              <a:cs typeface="Calibri"/>
            </a:endParaRPr>
          </a:p>
          <a:p>
            <a:endParaRPr lang="en-US" sz="1700" b="1" dirty="0"/>
          </a:p>
          <a:p>
            <a:pPr marL="0" indent="0">
              <a:buNone/>
            </a:pPr>
            <a:r>
              <a:rPr lang="en-US" sz="2400" b="1" i="1" dirty="0"/>
              <a:t>1. Relations of Paternal side:</a:t>
            </a:r>
            <a:br>
              <a:rPr lang="en-US" sz="2400" b="1" i="1" dirty="0"/>
            </a:br>
            <a:endParaRPr lang="en-US" sz="1700" b="1" dirty="0"/>
          </a:p>
          <a:p>
            <a:pPr marL="0" indent="0">
              <a:buNone/>
            </a:pPr>
            <a:r>
              <a:rPr lang="en-US" sz="1700" b="1" dirty="0"/>
              <a:t>Father's father → Grandfather</a:t>
            </a:r>
            <a:endParaRPr lang="en-US" sz="1700" b="1" dirty="0">
              <a:ea typeface="Calibri"/>
              <a:cs typeface="Calibri"/>
            </a:endParaRPr>
          </a:p>
          <a:p>
            <a:pPr marL="0" indent="0">
              <a:buNone/>
            </a:pPr>
            <a:r>
              <a:rPr lang="en-US" sz="1700" b="1" dirty="0"/>
              <a:t>Father's mother → Grandmother</a:t>
            </a:r>
            <a:endParaRPr lang="en-US" sz="1700" b="1" dirty="0">
              <a:ea typeface="Calibri"/>
              <a:cs typeface="Calibri"/>
            </a:endParaRPr>
          </a:p>
          <a:p>
            <a:pPr marL="0" indent="0">
              <a:buNone/>
            </a:pPr>
            <a:r>
              <a:rPr lang="en-US" sz="1700" b="1" dirty="0"/>
              <a:t>Father's brother → Uncle</a:t>
            </a:r>
            <a:endParaRPr lang="en-US" sz="1700" b="1" dirty="0">
              <a:ea typeface="Calibri"/>
              <a:cs typeface="Calibri"/>
            </a:endParaRPr>
          </a:p>
          <a:p>
            <a:pPr marL="0" indent="0">
              <a:buNone/>
            </a:pPr>
            <a:r>
              <a:rPr lang="en-US" sz="1700" b="1" dirty="0"/>
              <a:t>Father's sister → Aunt</a:t>
            </a:r>
            <a:endParaRPr lang="en-US" sz="1700" b="1" dirty="0">
              <a:ea typeface="Calibri"/>
              <a:cs typeface="Calibri"/>
            </a:endParaRPr>
          </a:p>
          <a:p>
            <a:pPr marL="0" indent="0">
              <a:buNone/>
            </a:pPr>
            <a:r>
              <a:rPr lang="en-US" sz="1700" b="1" dirty="0"/>
              <a:t>Children of uncle → Cousin</a:t>
            </a:r>
            <a:endParaRPr lang="en-US" sz="1700" b="1" dirty="0">
              <a:ea typeface="Calibri"/>
              <a:cs typeface="Calibri"/>
            </a:endParaRPr>
          </a:p>
          <a:p>
            <a:pPr marL="0" indent="0">
              <a:buNone/>
            </a:pPr>
            <a:r>
              <a:rPr lang="en-US" sz="1700" b="1" dirty="0"/>
              <a:t>Wife of uncle → Aunt</a:t>
            </a:r>
            <a:endParaRPr lang="en-US" sz="1700" b="1" dirty="0">
              <a:ea typeface="Calibri"/>
              <a:cs typeface="Calibri"/>
            </a:endParaRPr>
          </a:p>
          <a:p>
            <a:pPr marL="0" indent="0">
              <a:buNone/>
            </a:pPr>
            <a:r>
              <a:rPr lang="en-US" sz="1700" b="1" dirty="0"/>
              <a:t>Children of aunt → Cousin</a:t>
            </a:r>
            <a:endParaRPr lang="en-US" sz="1700" b="1" dirty="0">
              <a:ea typeface="Calibri"/>
              <a:cs typeface="Calibri"/>
            </a:endParaRPr>
          </a:p>
          <a:p>
            <a:pPr marL="0" indent="0">
              <a:buNone/>
            </a:pPr>
            <a:r>
              <a:rPr lang="en-US" sz="1700" b="1" dirty="0"/>
              <a:t>Husband of aunt → Uncle</a:t>
            </a:r>
            <a:endParaRPr lang="en-US" sz="1700" b="1" dirty="0">
              <a:ea typeface="Calibri"/>
              <a:cs typeface="Calibri"/>
            </a:endParaRPr>
          </a:p>
          <a:p>
            <a:pPr marL="0" indent="0">
              <a:buNone/>
            </a:pP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CB5B0D-0D1E-84AE-5DA5-12532AC377F4}"/>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sX0" fmla="*/ 0 w 2606040"/>
              <a:gd name="csY0" fmla="*/ 0 h 18288"/>
              <a:gd name="csX1" fmla="*/ 625450 w 2606040"/>
              <a:gd name="csY1" fmla="*/ 0 h 18288"/>
              <a:gd name="csX2" fmla="*/ 1224839 w 2606040"/>
              <a:gd name="csY2" fmla="*/ 0 h 18288"/>
              <a:gd name="csX3" fmla="*/ 1824228 w 2606040"/>
              <a:gd name="csY3" fmla="*/ 0 h 18288"/>
              <a:gd name="csX4" fmla="*/ 2606040 w 2606040"/>
              <a:gd name="csY4" fmla="*/ 0 h 18288"/>
              <a:gd name="csX5" fmla="*/ 2606040 w 2606040"/>
              <a:gd name="csY5" fmla="*/ 18288 h 18288"/>
              <a:gd name="csX6" fmla="*/ 1902409 w 2606040"/>
              <a:gd name="csY6" fmla="*/ 18288 h 18288"/>
              <a:gd name="csX7" fmla="*/ 1276960 w 2606040"/>
              <a:gd name="csY7" fmla="*/ 18288 h 18288"/>
              <a:gd name="csX8" fmla="*/ 677570 w 2606040"/>
              <a:gd name="csY8" fmla="*/ 18288 h 18288"/>
              <a:gd name="csX9" fmla="*/ 0 w 2606040"/>
              <a:gd name="csY9" fmla="*/ 18288 h 18288"/>
              <a:gd name="csX10" fmla="*/ 0 w 260604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4485CF9-6A52-9E29-FBF3-19021A1EA869}"/>
              </a:ext>
            </a:extLst>
          </p:cNvPr>
          <p:cNvSpPr>
            <a:spLocks noGrp="1"/>
          </p:cNvSpPr>
          <p:nvPr>
            <p:ph idx="1"/>
          </p:nvPr>
        </p:nvSpPr>
        <p:spPr>
          <a:xfrm>
            <a:off x="480060" y="2872899"/>
            <a:ext cx="4459930" cy="2517781"/>
          </a:xfrm>
        </p:spPr>
        <p:txBody>
          <a:bodyPr vert="horz" lIns="91440" tIns="45720" rIns="91440" bIns="45720" rtlCol="0" anchor="t">
            <a:normAutofit/>
          </a:bodyPr>
          <a:lstStyle/>
          <a:p>
            <a:pPr marL="0" indent="0">
              <a:lnSpc>
                <a:spcPct val="90000"/>
              </a:lnSpc>
              <a:buNone/>
            </a:pPr>
            <a:r>
              <a:rPr lang="en-IN" sz="1600" i="1" dirty="0"/>
              <a:t>Mother's father → Maternal grandfather</a:t>
            </a:r>
          </a:p>
          <a:p>
            <a:pPr marL="0" indent="0">
              <a:lnSpc>
                <a:spcPct val="90000"/>
              </a:lnSpc>
              <a:buNone/>
            </a:pPr>
            <a:r>
              <a:rPr lang="en-IN" sz="1600" i="1" dirty="0"/>
              <a:t>Mother's mother → Maternal grandmother</a:t>
            </a:r>
            <a:endParaRPr lang="en-IN" sz="1600" i="1" dirty="0">
              <a:ea typeface="Calibri"/>
              <a:cs typeface="Calibri"/>
            </a:endParaRPr>
          </a:p>
          <a:p>
            <a:pPr marL="0" indent="0">
              <a:lnSpc>
                <a:spcPct val="90000"/>
              </a:lnSpc>
              <a:buNone/>
            </a:pPr>
            <a:r>
              <a:rPr lang="en-IN" sz="1600" i="1" dirty="0"/>
              <a:t>Mother's brother Maternal uncle</a:t>
            </a:r>
            <a:endParaRPr lang="en-IN" sz="1600" i="1" dirty="0">
              <a:ea typeface="Calibri"/>
              <a:cs typeface="Calibri"/>
            </a:endParaRPr>
          </a:p>
          <a:p>
            <a:pPr marL="0" indent="0">
              <a:lnSpc>
                <a:spcPct val="90000"/>
              </a:lnSpc>
              <a:buNone/>
            </a:pPr>
            <a:r>
              <a:rPr lang="en-IN" sz="1600" i="1" dirty="0"/>
              <a:t>Mother's sister → Aunt</a:t>
            </a:r>
            <a:endParaRPr lang="en-IN" sz="1600" i="1" dirty="0">
              <a:ea typeface="Calibri"/>
              <a:cs typeface="Calibri"/>
            </a:endParaRPr>
          </a:p>
          <a:p>
            <a:pPr marL="0" indent="0">
              <a:lnSpc>
                <a:spcPct val="90000"/>
              </a:lnSpc>
              <a:buNone/>
            </a:pPr>
            <a:r>
              <a:rPr lang="en-IN" sz="1600" i="1" dirty="0"/>
              <a:t>Children of maternal uncle → Cousin</a:t>
            </a:r>
            <a:endParaRPr lang="en-IN" sz="1600" i="1" dirty="0">
              <a:ea typeface="Calibri"/>
              <a:cs typeface="Calibri"/>
            </a:endParaRPr>
          </a:p>
          <a:p>
            <a:pPr marL="0" indent="0">
              <a:lnSpc>
                <a:spcPct val="90000"/>
              </a:lnSpc>
              <a:buNone/>
            </a:pPr>
            <a:r>
              <a:rPr lang="en-IN" sz="1600" i="1" dirty="0"/>
              <a:t>Wife of maternal uncle → Maternal aunt</a:t>
            </a:r>
            <a:endParaRPr lang="en-IN" sz="1600" dirty="0"/>
          </a:p>
        </p:txBody>
      </p:sp>
      <p:pic>
        <p:nvPicPr>
          <p:cNvPr id="5" name="Picture 4">
            <a:extLst>
              <a:ext uri="{FF2B5EF4-FFF2-40B4-BE49-F238E27FC236}">
                <a16:creationId xmlns:a16="http://schemas.microsoft.com/office/drawing/2014/main" id="{8539333B-35C1-DA95-B3B1-B473CBFAEBFD}"/>
              </a:ext>
            </a:extLst>
          </p:cNvPr>
          <p:cNvPicPr>
            <a:picLocks noChangeAspect="1"/>
          </p:cNvPicPr>
          <p:nvPr/>
        </p:nvPicPr>
        <p:blipFill>
          <a:blip r:embed="rId2"/>
          <a:srcRect l="28319" r="29365"/>
          <a:stretch>
            <a:fillRect/>
          </a:stretch>
        </p:blipFill>
        <p:spPr>
          <a:xfrm>
            <a:off x="4237703" y="10"/>
            <a:ext cx="490515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2" name="TextBox 1">
            <a:extLst>
              <a:ext uri="{FF2B5EF4-FFF2-40B4-BE49-F238E27FC236}">
                <a16:creationId xmlns:a16="http://schemas.microsoft.com/office/drawing/2014/main" id="{88BB90A9-55D4-E02B-DAD4-674079CCF692}"/>
              </a:ext>
            </a:extLst>
          </p:cNvPr>
          <p:cNvSpPr txBox="1"/>
          <p:nvPr/>
        </p:nvSpPr>
        <p:spPr>
          <a:xfrm>
            <a:off x="367990" y="1979341"/>
            <a:ext cx="4572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i="1" baseline="0" dirty="0">
                <a:latin typeface="Calibri"/>
              </a:rPr>
              <a:t>2. Relations of Maternal side:</a:t>
            </a:r>
            <a:endParaRPr lang="en-US" sz="2000">
              <a:ea typeface="Calibri"/>
              <a:cs typeface="Calibri"/>
            </a:endParaRPr>
          </a:p>
          <a:p>
            <a:pPr algn="ctr"/>
            <a:endParaRPr lang="en-US"/>
          </a:p>
        </p:txBody>
      </p:sp>
    </p:spTree>
    <p:extLst>
      <p:ext uri="{BB962C8B-B14F-4D97-AF65-F5344CB8AC3E}">
        <p14:creationId xmlns:p14="http://schemas.microsoft.com/office/powerpoint/2010/main" val="23389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EFF69E6-A6ED-4B69-609D-20F968FE7BF6}"/>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i="1" kern="1200">
                <a:solidFill>
                  <a:schemeClr val="bg1"/>
                </a:solidFill>
                <a:latin typeface="+mj-lt"/>
                <a:ea typeface="+mj-ea"/>
                <a:cs typeface="+mj-cs"/>
              </a:rPr>
              <a:t>Relations from one generation to next:</a:t>
            </a:r>
            <a:endParaRPr lang="en-US" sz="2800" kern="1200">
              <a:solidFill>
                <a:schemeClr val="bg1"/>
              </a:solidFill>
              <a:latin typeface="+mj-lt"/>
              <a:ea typeface="+mj-ea"/>
              <a:cs typeface="+mj-cs"/>
            </a:endParaRPr>
          </a:p>
        </p:txBody>
      </p:sp>
      <p:pic>
        <p:nvPicPr>
          <p:cNvPr id="6" name="Picture 5">
            <a:extLst>
              <a:ext uri="{FF2B5EF4-FFF2-40B4-BE49-F238E27FC236}">
                <a16:creationId xmlns:a16="http://schemas.microsoft.com/office/drawing/2014/main" id="{68EF64F2-1F9E-FC81-6228-6E16C4152831}"/>
              </a:ext>
            </a:extLst>
          </p:cNvPr>
          <p:cNvPicPr>
            <a:picLocks noChangeAspect="1"/>
          </p:cNvPicPr>
          <p:nvPr/>
        </p:nvPicPr>
        <p:blipFill>
          <a:blip r:embed="rId2"/>
          <a:stretch>
            <a:fillRect/>
          </a:stretch>
        </p:blipFill>
        <p:spPr>
          <a:xfrm>
            <a:off x="1183880" y="1675227"/>
            <a:ext cx="6776239" cy="43941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452E48-474B-694E-0F16-4C041A7806F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BA817C7-4637-3085-F975-0BCD77494995}"/>
              </a:ext>
            </a:extLst>
          </p:cNvPr>
          <p:cNvSpPr>
            <a:spLocks noGrp="1"/>
          </p:cNvSpPr>
          <p:nvPr>
            <p:ph type="title"/>
          </p:nvPr>
        </p:nvSpPr>
        <p:spPr>
          <a:xfrm>
            <a:off x="867638" y="637762"/>
            <a:ext cx="7416372" cy="900131"/>
          </a:xfrm>
        </p:spPr>
        <p:txBody>
          <a:bodyPr vert="horz" lIns="91440" tIns="45720" rIns="91440" bIns="45720" rtlCol="0" anchor="t">
            <a:normAutofit/>
          </a:bodyPr>
          <a:lstStyle/>
          <a:p>
            <a:pPr algn="l" defTabSz="914400">
              <a:lnSpc>
                <a:spcPct val="90000"/>
              </a:lnSpc>
            </a:pPr>
            <a:r>
              <a:rPr lang="en-US" sz="2700" i="1" kern="1200">
                <a:solidFill>
                  <a:schemeClr val="bg1"/>
                </a:solidFill>
                <a:latin typeface="+mj-lt"/>
                <a:ea typeface="+mj-ea"/>
                <a:cs typeface="+mj-cs"/>
              </a:rPr>
              <a:t>Different types of questions with explanation:</a:t>
            </a:r>
            <a:br>
              <a:rPr lang="en-US" sz="2700" kern="1200">
                <a:solidFill>
                  <a:schemeClr val="bg1"/>
                </a:solidFill>
                <a:latin typeface="+mj-lt"/>
                <a:ea typeface="+mj-ea"/>
                <a:cs typeface="+mj-cs"/>
              </a:rPr>
            </a:br>
            <a:endParaRPr lang="en-US" sz="2700" kern="1200">
              <a:solidFill>
                <a:schemeClr val="bg1"/>
              </a:solidFill>
              <a:latin typeface="+mj-lt"/>
              <a:ea typeface="+mj-ea"/>
              <a:cs typeface="+mj-cs"/>
            </a:endParaRP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B4A433A-8B3F-EFAF-EE2E-95DC0FA0C7C5}"/>
              </a:ext>
            </a:extLst>
          </p:cNvPr>
          <p:cNvSpPr txBox="1"/>
          <p:nvPr/>
        </p:nvSpPr>
        <p:spPr>
          <a:xfrm>
            <a:off x="866661" y="2217343"/>
            <a:ext cx="7421820" cy="4015375"/>
          </a:xfrm>
          <a:prstGeom prst="rect">
            <a:avLst/>
          </a:prstGeom>
        </p:spPr>
        <p:txBody>
          <a:bodyPr vert="horz" lIns="91440" tIns="45720" rIns="91440" bIns="45720" rtlCol="0" anchor="t">
            <a:normAutofit lnSpcReduction="10000"/>
          </a:bodyPr>
          <a:lstStyle/>
          <a:p>
            <a:pPr defTabSz="914400">
              <a:lnSpc>
                <a:spcPct val="90000"/>
              </a:lnSpc>
              <a:spcBef>
                <a:spcPts val="150"/>
              </a:spcBef>
            </a:pPr>
            <a:r>
              <a:rPr lang="en-US" sz="1600" b="1" i="1" dirty="0">
                <a:effectLst/>
              </a:rPr>
              <a:t>Type 1:</a:t>
            </a:r>
            <a:endParaRPr lang="en-US" sz="1600" b="1" i="0" dirty="0">
              <a:effectLst/>
              <a:ea typeface="Calibri"/>
              <a:cs typeface="Calibri"/>
            </a:endParaRPr>
          </a:p>
          <a:p>
            <a:pPr defTabSz="914400">
              <a:lnSpc>
                <a:spcPct val="90000"/>
              </a:lnSpc>
              <a:spcBef>
                <a:spcPts val="150"/>
              </a:spcBef>
            </a:pPr>
            <a:r>
              <a:rPr lang="en-US" sz="1600" b="0" i="0" dirty="0">
                <a:effectLst/>
              </a:rPr>
              <a:t>If A + B means A is the mother of B; A x B means A is the father of B; A $ B means A is the brother of B and A @ B means A is the sister of B then which of the following means P is the son of Q?</a:t>
            </a:r>
            <a:br>
              <a:rPr lang="en-US" sz="1600" b="0" i="0" dirty="0">
                <a:effectLst/>
              </a:rPr>
            </a:br>
            <a:endParaRPr lang="en-US" sz="1600" b="0" i="0">
              <a:effectLst/>
              <a:ea typeface="Calibri"/>
              <a:cs typeface="Calibri"/>
            </a:endParaRPr>
          </a:p>
          <a:p>
            <a:pPr defTabSz="914400">
              <a:lnSpc>
                <a:spcPct val="90000"/>
              </a:lnSpc>
              <a:spcBef>
                <a:spcPts val="150"/>
              </a:spcBef>
            </a:pPr>
            <a:r>
              <a:rPr lang="en-US" sz="1600" b="0" i="0" dirty="0">
                <a:effectLst/>
              </a:rPr>
              <a:t>(A) Q + R @ P @ N       (B) Q + R * P @ N</a:t>
            </a:r>
            <a:endParaRPr lang="en-US" sz="1600" b="0" i="0" dirty="0">
              <a:effectLst/>
              <a:ea typeface="Calibri"/>
              <a:cs typeface="Calibri"/>
            </a:endParaRPr>
          </a:p>
          <a:p>
            <a:pPr defTabSz="914400">
              <a:lnSpc>
                <a:spcPct val="90000"/>
              </a:lnSpc>
              <a:spcBef>
                <a:spcPts val="150"/>
              </a:spcBef>
            </a:pPr>
            <a:r>
              <a:rPr lang="en-US" sz="1600" b="0" i="0" dirty="0">
                <a:effectLst/>
              </a:rPr>
              <a:t>(C) Q x R $ P @ N        (D) Q x R $ P $ N</a:t>
            </a:r>
            <a:endParaRPr lang="en-US" sz="1600" dirty="0">
              <a:ea typeface="Calibri"/>
              <a:cs typeface="Calibri"/>
            </a:endParaRPr>
          </a:p>
          <a:p>
            <a:pPr defTabSz="914400">
              <a:lnSpc>
                <a:spcPct val="90000"/>
              </a:lnSpc>
              <a:spcBef>
                <a:spcPts val="150"/>
              </a:spcBef>
            </a:pPr>
            <a:endParaRPr lang="en-US" sz="1600" dirty="0"/>
          </a:p>
          <a:p>
            <a:pPr defTabSz="914400">
              <a:lnSpc>
                <a:spcPct val="90000"/>
              </a:lnSpc>
              <a:spcBef>
                <a:spcPts val="150"/>
              </a:spcBef>
            </a:pPr>
            <a:br>
              <a:rPr lang="en-US" sz="1600" b="0" i="0" dirty="0">
                <a:effectLst/>
              </a:rPr>
            </a:br>
            <a:endParaRPr lang="en-US" sz="1600" b="0" i="0">
              <a:effectLst/>
              <a:ea typeface="Calibri"/>
              <a:cs typeface="Calibri"/>
            </a:endParaRPr>
          </a:p>
          <a:p>
            <a:pPr defTabSz="914400">
              <a:lnSpc>
                <a:spcPct val="90000"/>
              </a:lnSpc>
              <a:spcBef>
                <a:spcPts val="150"/>
              </a:spcBef>
            </a:pPr>
            <a:r>
              <a:rPr lang="en-US" sz="1600" b="0" i="1" dirty="0">
                <a:effectLst/>
              </a:rPr>
              <a:t>Solution:</a:t>
            </a:r>
            <a:r>
              <a:rPr lang="en-US" sz="1600" b="0" i="0" dirty="0">
                <a:effectLst/>
              </a:rPr>
              <a:t> (D)</a:t>
            </a:r>
            <a:endParaRPr lang="en-US" sz="1600" b="0" i="0" dirty="0">
              <a:effectLst/>
              <a:ea typeface="Calibri"/>
              <a:cs typeface="Calibri"/>
            </a:endParaRPr>
          </a:p>
          <a:p>
            <a:pPr defTabSz="914400">
              <a:lnSpc>
                <a:spcPct val="90000"/>
              </a:lnSpc>
              <a:spcBef>
                <a:spcPts val="150"/>
              </a:spcBef>
            </a:pPr>
            <a:r>
              <a:rPr lang="en-US" sz="1600" b="0" i="0" dirty="0">
                <a:effectLst/>
              </a:rPr>
              <a:t>Q x R = Q is the father of R [-Q, ±R]</a:t>
            </a:r>
            <a:endParaRPr lang="en-US" sz="1600" b="0" i="0" dirty="0">
              <a:effectLst/>
              <a:ea typeface="Calibri"/>
              <a:cs typeface="Calibri"/>
            </a:endParaRPr>
          </a:p>
          <a:p>
            <a:pPr defTabSz="914400">
              <a:lnSpc>
                <a:spcPct val="90000"/>
              </a:lnSpc>
              <a:spcBef>
                <a:spcPts val="150"/>
              </a:spcBef>
            </a:pPr>
            <a:r>
              <a:rPr lang="en-US" sz="1600" b="0" i="0" dirty="0">
                <a:effectLst/>
              </a:rPr>
              <a:t>R $ P = R is the brother of P [+ R, ±P]</a:t>
            </a:r>
            <a:endParaRPr lang="en-US" sz="1600" b="0" i="0" dirty="0">
              <a:effectLst/>
              <a:ea typeface="Calibri"/>
              <a:cs typeface="Calibri"/>
            </a:endParaRPr>
          </a:p>
          <a:p>
            <a:pPr defTabSz="914400">
              <a:lnSpc>
                <a:spcPct val="90000"/>
              </a:lnSpc>
              <a:spcBef>
                <a:spcPts val="150"/>
              </a:spcBef>
            </a:pPr>
            <a:r>
              <a:rPr lang="en-US" sz="1600" b="0" i="0" dirty="0">
                <a:effectLst/>
              </a:rPr>
              <a:t>P $ N = P is the brother of N [+ P, ±N]</a:t>
            </a:r>
            <a:endParaRPr lang="en-US" sz="1600" b="0" i="0" dirty="0">
              <a:effectLst/>
              <a:ea typeface="Calibri"/>
              <a:cs typeface="Calibri"/>
            </a:endParaRPr>
          </a:p>
          <a:p>
            <a:pPr defTabSz="914400">
              <a:lnSpc>
                <a:spcPct val="90000"/>
              </a:lnSpc>
              <a:spcBef>
                <a:spcPts val="150"/>
              </a:spcBef>
            </a:pPr>
            <a:r>
              <a:rPr lang="en-US" sz="1600" b="0" i="0" dirty="0">
                <a:effectLst/>
              </a:rPr>
              <a:t>Therefore P is the son of Q.</a:t>
            </a:r>
            <a:endParaRPr lang="en-US" sz="1600" b="0" i="0" dirty="0">
              <a:effectLst/>
              <a:ea typeface="Calibri"/>
              <a:cs typeface="Calibri"/>
            </a:endParaRPr>
          </a:p>
          <a:p>
            <a:pPr defTabSz="914400">
              <a:lnSpc>
                <a:spcPct val="90000"/>
              </a:lnSpc>
            </a:pPr>
            <a:br>
              <a:rPr lang="en-US" sz="1600" dirty="0"/>
            </a:br>
            <a:endParaRPr lang="en-US" sz="1600">
              <a:ea typeface="Calibri"/>
              <a:cs typeface="Calibri"/>
            </a:endParaRPr>
          </a:p>
        </p:txBody>
      </p:sp>
    </p:spTree>
    <p:extLst>
      <p:ext uri="{BB962C8B-B14F-4D97-AF65-F5344CB8AC3E}">
        <p14:creationId xmlns:p14="http://schemas.microsoft.com/office/powerpoint/2010/main" val="3534315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C88242-92A1-4228-3A63-87262D3D657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262BD5-E8D8-8C0F-940D-931C84FFB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B7A39F1-FCE3-E3D6-5ECE-5866918E9F6F}"/>
              </a:ext>
            </a:extLst>
          </p:cNvPr>
          <p:cNvSpPr>
            <a:spLocks noGrp="1"/>
          </p:cNvSpPr>
          <p:nvPr>
            <p:ph type="title"/>
          </p:nvPr>
        </p:nvSpPr>
        <p:spPr>
          <a:xfrm>
            <a:off x="867638" y="637762"/>
            <a:ext cx="7416372" cy="900131"/>
          </a:xfrm>
        </p:spPr>
        <p:txBody>
          <a:bodyPr vert="horz" lIns="91440" tIns="45720" rIns="91440" bIns="45720" rtlCol="0" anchor="t">
            <a:normAutofit/>
          </a:bodyPr>
          <a:lstStyle/>
          <a:p>
            <a:pPr algn="l" defTabSz="914400">
              <a:lnSpc>
                <a:spcPct val="90000"/>
              </a:lnSpc>
            </a:pPr>
            <a:r>
              <a:rPr lang="en-US" sz="2700" i="1" kern="1200">
                <a:solidFill>
                  <a:schemeClr val="bg1"/>
                </a:solidFill>
                <a:latin typeface="+mj-lt"/>
                <a:ea typeface="+mj-ea"/>
                <a:cs typeface="+mj-cs"/>
              </a:rPr>
              <a:t>Different types of questions with explanation:</a:t>
            </a:r>
            <a:br>
              <a:rPr lang="en-US" sz="2700" kern="1200">
                <a:solidFill>
                  <a:schemeClr val="bg1"/>
                </a:solidFill>
                <a:latin typeface="+mj-lt"/>
                <a:ea typeface="+mj-ea"/>
                <a:cs typeface="+mj-cs"/>
              </a:rPr>
            </a:br>
            <a:endParaRPr lang="en-US" sz="2700" kern="1200">
              <a:solidFill>
                <a:schemeClr val="bg1"/>
              </a:solidFill>
              <a:latin typeface="+mj-lt"/>
              <a:ea typeface="+mj-ea"/>
              <a:cs typeface="+mj-cs"/>
            </a:endParaRPr>
          </a:p>
        </p:txBody>
      </p:sp>
      <p:sp>
        <p:nvSpPr>
          <p:cNvPr id="12" name="Rectangle 11">
            <a:extLst>
              <a:ext uri="{FF2B5EF4-FFF2-40B4-BE49-F238E27FC236}">
                <a16:creationId xmlns:a16="http://schemas.microsoft.com/office/drawing/2014/main" id="{5FCC83C9-72D0-4A12-9B9F-FEBFDC708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2D6B54C-3919-FAE8-FA81-6F9DBEC56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28FA04E-55DF-34C7-0200-9A227E209D93}"/>
              </a:ext>
            </a:extLst>
          </p:cNvPr>
          <p:cNvSpPr>
            <a:spLocks noChangeArrowheads="1"/>
          </p:cNvSpPr>
          <p:nvPr/>
        </p:nvSpPr>
        <p:spPr bwMode="auto">
          <a:xfrm>
            <a:off x="784898" y="2223387"/>
            <a:ext cx="7485887" cy="387798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effectLst/>
                <a:latin typeface="Inter"/>
              </a:rPr>
              <a:t>Type 2:</a:t>
            </a:r>
            <a:endParaRPr kumimoji="0" lang="en-US" altLang="en-US" b="1"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A has 3 children. B is the brother of C and C is the sister of D, E who is the wife of A is the mother of D. There is only one daughter of the husband of E. what is the relation between D and B?</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chemeClr val="tx1"/>
                </a:solidFill>
                <a:effectLst/>
                <a:latin typeface="Inter"/>
              </a:rPr>
              <a:t>Solution:</a:t>
            </a:r>
            <a:r>
              <a:rPr kumimoji="0" lang="en-US" altLang="en-US" b="0" i="0" u="none" strike="noStrike" cap="none" normalizeH="0" baseline="0" dirty="0">
                <a:ln>
                  <a:noFill/>
                </a:ln>
                <a:solidFill>
                  <a:schemeClr val="tx1"/>
                </a:solidFill>
                <a:effectLst/>
                <a:latin typeface="Inter"/>
              </a:rPr>
              <a:t> With the chart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Therefore, D is a boy because there is only one daughter of 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a:rPr>
              <a:t>Hence, B is the brother of 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9" name="Picture 2">
            <a:extLst>
              <a:ext uri="{FF2B5EF4-FFF2-40B4-BE49-F238E27FC236}">
                <a16:creationId xmlns:a16="http://schemas.microsoft.com/office/drawing/2014/main" id="{F4EC0106-4426-BBA9-4373-340E9F9E7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4093" y="3722327"/>
            <a:ext cx="1744790" cy="1439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516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265580-A756-D8EC-17CA-F5F6D118458F}"/>
            </a:ext>
          </a:extLst>
        </p:cNvPr>
        <p:cNvGrpSpPr/>
        <p:nvPr/>
      </p:nvGrpSpPr>
      <p:grpSpPr>
        <a:xfrm>
          <a:off x="0" y="0"/>
          <a:ext cx="0" cy="0"/>
          <a:chOff x="0" y="0"/>
          <a:chExt cx="0" cy="0"/>
        </a:xfrm>
      </p:grpSpPr>
      <p:sp>
        <p:nvSpPr>
          <p:cNvPr id="2055" name="Rectangle 2054">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0"/>
            <a:ext cx="4571993"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C4DFD1D-8AB5-28C6-B194-787DB4526691}"/>
              </a:ext>
            </a:extLst>
          </p:cNvPr>
          <p:cNvSpPr>
            <a:spLocks noGrp="1"/>
          </p:cNvSpPr>
          <p:nvPr>
            <p:ph type="title"/>
          </p:nvPr>
        </p:nvSpPr>
        <p:spPr>
          <a:xfrm>
            <a:off x="866667" y="637763"/>
            <a:ext cx="3233024" cy="1627274"/>
          </a:xfrm>
        </p:spPr>
        <p:txBody>
          <a:bodyPr vert="horz" lIns="91440" tIns="45720" rIns="91440" bIns="45720" rtlCol="0" anchor="t">
            <a:normAutofit/>
          </a:bodyPr>
          <a:lstStyle/>
          <a:p>
            <a:pPr algn="l" defTabSz="914400">
              <a:lnSpc>
                <a:spcPct val="90000"/>
              </a:lnSpc>
            </a:pPr>
            <a:r>
              <a:rPr lang="en-US" sz="3300" i="1" kern="1200">
                <a:solidFill>
                  <a:schemeClr val="bg1"/>
                </a:solidFill>
                <a:latin typeface="+mj-lt"/>
                <a:ea typeface="+mj-ea"/>
                <a:cs typeface="+mj-cs"/>
              </a:rPr>
              <a:t>Different types of questions with explanation:</a:t>
            </a:r>
            <a:endParaRPr lang="en-US" sz="3300" kern="1200">
              <a:solidFill>
                <a:schemeClr val="bg1"/>
              </a:solidFill>
              <a:latin typeface="+mj-lt"/>
              <a:ea typeface="+mj-ea"/>
              <a:cs typeface="+mj-cs"/>
            </a:endParaRPr>
          </a:p>
        </p:txBody>
      </p:sp>
      <p:sp>
        <p:nvSpPr>
          <p:cNvPr id="2057" name="Rectangle 205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6667" y="2372156"/>
            <a:ext cx="3429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Rectangle 1">
            <a:extLst>
              <a:ext uri="{FF2B5EF4-FFF2-40B4-BE49-F238E27FC236}">
                <a16:creationId xmlns:a16="http://schemas.microsoft.com/office/drawing/2014/main" id="{D934C0D6-27A4-B220-EC78-FAAE94BBB741}"/>
              </a:ext>
            </a:extLst>
          </p:cNvPr>
          <p:cNvSpPr>
            <a:spLocks noChangeArrowheads="1"/>
          </p:cNvSpPr>
          <p:nvPr/>
        </p:nvSpPr>
        <p:spPr bwMode="auto">
          <a:xfrm>
            <a:off x="866667" y="2581065"/>
            <a:ext cx="3213312" cy="3633467"/>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defTabSz="914400" eaLnBrk="1" fontAlgn="base" hangingPunct="1">
              <a:lnSpc>
                <a:spcPct val="90000"/>
              </a:lnSpc>
              <a:spcBef>
                <a:spcPct val="0"/>
              </a:spcBef>
              <a:spcAft>
                <a:spcPts val="600"/>
              </a:spcAft>
              <a:buClrTx/>
              <a:buSzTx/>
              <a:tabLst/>
            </a:pPr>
            <a:r>
              <a:rPr kumimoji="0" lang="en-US" altLang="en-US" sz="1600" b="0" i="1" u="none" strike="noStrike" cap="none" normalizeH="0" baseline="0" dirty="0">
                <a:ln>
                  <a:noFill/>
                </a:ln>
                <a:solidFill>
                  <a:schemeClr val="bg1"/>
                </a:solidFill>
                <a:effectLst/>
                <a:latin typeface="+mn-lt"/>
              </a:rPr>
              <a:t>Type 3:</a:t>
            </a:r>
            <a:br>
              <a:rPr lang="en-US" altLang="en-US" sz="1400" b="0" i="1" u="none" strike="noStrike" cap="none" normalizeH="0" baseline="0" dirty="0">
                <a:ln>
                  <a:noFill/>
                </a:ln>
                <a:effectLst/>
                <a:latin typeface="+mn-lt"/>
              </a:rPr>
            </a:br>
            <a:endParaRPr lang="en-US" altLang="en-US" sz="1400" b="0" i="0" u="none" strike="noStrike" cap="none" normalizeH="0" baseline="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0" u="none" strike="noStrike" cap="none" normalizeH="0" baseline="0" dirty="0">
                <a:ln>
                  <a:noFill/>
                </a:ln>
                <a:solidFill>
                  <a:schemeClr val="bg1"/>
                </a:solidFill>
                <a:effectLst/>
                <a:latin typeface="+mn-lt"/>
              </a:rPr>
              <a:t>Pointing to a photograph, Rekha says to Lalli, "The girl in the photo is the second daughter of the wife of only son of the grandmother of my younger sister." How this girl of photograph is related to Rekha?</a:t>
            </a:r>
            <a:br>
              <a:rPr lang="en-US" altLang="en-US" sz="1600" b="0" i="0" u="none" strike="noStrike" cap="none" normalizeH="0" baseline="0" dirty="0">
                <a:ln>
                  <a:noFill/>
                </a:ln>
                <a:effectLst/>
                <a:latin typeface="+mn-lt"/>
              </a:rPr>
            </a:br>
            <a:endParaRPr lang="en-US" altLang="en-US" sz="1600" b="0" i="0" u="none" strike="noStrike" cap="none" normalizeH="0" baseline="0" dirty="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endParaRPr lang="en-US" altLang="en-US" sz="1600" dirty="0">
              <a:solidFill>
                <a:schemeClr val="bg1"/>
              </a:solidFill>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1" u="none" strike="noStrike" cap="none" normalizeH="0" baseline="0" dirty="0">
                <a:ln>
                  <a:noFill/>
                </a:ln>
                <a:solidFill>
                  <a:schemeClr val="bg1"/>
                </a:solidFill>
                <a:effectLst/>
                <a:latin typeface="+mn-lt"/>
              </a:rPr>
              <a:t>Solution:</a:t>
            </a:r>
            <a:endParaRPr lang="en-US" altLang="en-US" sz="1600" b="0" i="0" u="none" strike="noStrike" cap="none" normalizeH="0" baseline="0" dirty="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1" u="none" strike="noStrike" cap="none" normalizeH="0" baseline="0" dirty="0">
                <a:ln>
                  <a:noFill/>
                </a:ln>
                <a:solidFill>
                  <a:schemeClr val="bg1"/>
                </a:solidFill>
                <a:effectLst/>
                <a:latin typeface="+mn-lt"/>
              </a:rPr>
              <a:t>First Method - By Generating Charts:</a:t>
            </a:r>
            <a:endParaRPr lang="en-US" altLang="en-US" sz="1600" b="0" i="0" u="none" strike="noStrike" cap="none" normalizeH="0" baseline="0" dirty="0">
              <a:ln>
                <a:noFill/>
              </a:ln>
              <a:solidFill>
                <a:schemeClr val="bg1"/>
              </a:solidFill>
              <a:effectLst/>
              <a:latin typeface="+mn-lt"/>
              <a:ea typeface="Calibri"/>
              <a:cs typeface="Calibri"/>
            </a:endParaRPr>
          </a:p>
          <a:p>
            <a:pPr marL="0" marR="0" lvl="0" defTabSz="914400" eaLnBrk="1" fontAlgn="base" hangingPunct="1">
              <a:lnSpc>
                <a:spcPct val="90000"/>
              </a:lnSpc>
              <a:spcBef>
                <a:spcPct val="0"/>
              </a:spcBef>
              <a:spcAft>
                <a:spcPts val="600"/>
              </a:spcAft>
              <a:buClrTx/>
              <a:buSzTx/>
              <a:tabLst/>
            </a:pPr>
            <a:r>
              <a:rPr kumimoji="0" lang="en-US" altLang="en-US" sz="1600" b="0" i="0" u="none" strike="noStrike" cap="none" normalizeH="0" baseline="0" dirty="0">
                <a:ln>
                  <a:noFill/>
                </a:ln>
                <a:solidFill>
                  <a:schemeClr val="bg1"/>
                </a:solidFill>
                <a:effectLst/>
                <a:latin typeface="+mn-lt"/>
              </a:rPr>
              <a:t>  </a:t>
            </a:r>
            <a:endParaRPr lang="en-US" altLang="en-US" sz="1600" b="0" i="0" u="none" strike="noStrike" cap="none" normalizeH="0" baseline="0" dirty="0">
              <a:ln>
                <a:noFill/>
              </a:ln>
              <a:solidFill>
                <a:schemeClr val="bg1"/>
              </a:solidFill>
              <a:effectLst/>
              <a:latin typeface="+mn-lt"/>
              <a:ea typeface="Calibri"/>
              <a:cs typeface="Calibri"/>
            </a:endParaRPr>
          </a:p>
        </p:txBody>
      </p:sp>
      <p:sp>
        <p:nvSpPr>
          <p:cNvPr id="2059" name="Rectangle 2058">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199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47B5DFCC-6B68-445E-71EA-3DB50763CE9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47374" y="637762"/>
            <a:ext cx="2643865" cy="5576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60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6DD1AB-615A-2744-5FD6-48A17162143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fferent colored question marks">
            <a:extLst>
              <a:ext uri="{FF2B5EF4-FFF2-40B4-BE49-F238E27FC236}">
                <a16:creationId xmlns:a16="http://schemas.microsoft.com/office/drawing/2014/main" id="{BE261364-1451-0DC4-24F9-83F0F7ADC48E}"/>
              </a:ext>
            </a:extLst>
          </p:cNvPr>
          <p:cNvPicPr>
            <a:picLocks noChangeAspect="1"/>
          </p:cNvPicPr>
          <p:nvPr/>
        </p:nvPicPr>
        <p:blipFill>
          <a:blip r:embed="rId2"/>
          <a:srcRect l="17976" r="33347" b="8726"/>
          <a:stretch>
            <a:fillRect/>
          </a:stretch>
        </p:blipFill>
        <p:spPr>
          <a:xfrm>
            <a:off x="2641851" y="10"/>
            <a:ext cx="6502149" cy="6857990"/>
          </a:xfrm>
          <a:prstGeom prst="rect">
            <a:avLst/>
          </a:prstGeom>
        </p:spPr>
      </p:pic>
      <p:sp>
        <p:nvSpPr>
          <p:cNvPr id="22" name="Rectangle 2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1745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46C7EE46-6E09-04D7-F09F-8AF0CCEF6A4F}"/>
              </a:ext>
            </a:extLst>
          </p:cNvPr>
          <p:cNvSpPr>
            <a:spLocks noGrp="1"/>
          </p:cNvSpPr>
          <p:nvPr>
            <p:ph type="title"/>
          </p:nvPr>
        </p:nvSpPr>
        <p:spPr>
          <a:xfrm>
            <a:off x="309211" y="1161288"/>
            <a:ext cx="3742204" cy="1124712"/>
          </a:xfrm>
        </p:spPr>
        <p:txBody>
          <a:bodyPr vert="horz" lIns="91440" tIns="45720" rIns="91440" bIns="45720" rtlCol="0" anchor="b">
            <a:normAutofit/>
          </a:bodyPr>
          <a:lstStyle/>
          <a:p>
            <a:pPr algn="l" defTabSz="914400">
              <a:lnSpc>
                <a:spcPct val="90000"/>
              </a:lnSpc>
            </a:pPr>
            <a:r>
              <a:rPr lang="en-US" sz="2400" i="1">
                <a:solidFill>
                  <a:schemeClr val="bg1"/>
                </a:solidFill>
              </a:rPr>
              <a:t>Different types of questions with explanation:</a:t>
            </a:r>
            <a:endParaRPr lang="en-US" sz="2400">
              <a:solidFill>
                <a:schemeClr val="bg1"/>
              </a:solidFill>
            </a:endParaRPr>
          </a:p>
        </p:txBody>
      </p:sp>
      <p:sp>
        <p:nvSpPr>
          <p:cNvPr id="24" name="Rectangle 2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183" y="2443480"/>
            <a:ext cx="247573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1">
            <a:extLst>
              <a:ext uri="{FF2B5EF4-FFF2-40B4-BE49-F238E27FC236}">
                <a16:creationId xmlns:a16="http://schemas.microsoft.com/office/drawing/2014/main" id="{7B227214-EA32-7584-19D0-3278108DFBFF}"/>
              </a:ext>
            </a:extLst>
          </p:cNvPr>
          <p:cNvSpPr>
            <a:spLocks noChangeArrowheads="1"/>
          </p:cNvSpPr>
          <p:nvPr/>
        </p:nvSpPr>
        <p:spPr bwMode="auto">
          <a:xfrm>
            <a:off x="309211" y="2718054"/>
            <a:ext cx="5071126" cy="320725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1600" i="1" dirty="0">
                <a:solidFill>
                  <a:schemeClr val="bg1"/>
                </a:solidFill>
                <a:latin typeface="+mn-lt"/>
              </a:rPr>
              <a:t>Second method:</a:t>
            </a:r>
            <a:br>
              <a:rPr lang="en-US" sz="1600" i="1" dirty="0">
                <a:latin typeface="+mn-lt"/>
              </a:rPr>
            </a:b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dirty="0">
                <a:solidFill>
                  <a:schemeClr val="bg1"/>
                </a:solidFill>
                <a:latin typeface="+mn-lt"/>
              </a:rPr>
              <a:t>Grandmother of younger sister of Rekha → Grandmother of Rekha</a:t>
            </a: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dirty="0">
                <a:solidFill>
                  <a:schemeClr val="bg1"/>
                </a:solidFill>
                <a:latin typeface="+mn-lt"/>
              </a:rPr>
              <a:t>Wife of only son of grandmother → Mother of Rekha</a:t>
            </a: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dirty="0">
                <a:solidFill>
                  <a:schemeClr val="bg1"/>
                </a:solidFill>
                <a:latin typeface="+mn-lt"/>
              </a:rPr>
              <a:t>Younger daughter of the mother → Younger sister.</a:t>
            </a:r>
            <a:br>
              <a:rPr lang="en-US" sz="1600" dirty="0">
                <a:latin typeface="+mn-lt"/>
              </a:rPr>
            </a:br>
            <a:br>
              <a:rPr lang="en-US" sz="1600" dirty="0">
                <a:latin typeface="+mn-lt"/>
              </a:rPr>
            </a:br>
            <a:br>
              <a:rPr lang="en-US" sz="1600" dirty="0">
                <a:latin typeface="+mn-lt"/>
              </a:rPr>
            </a:br>
            <a:endParaRPr lang="en-US" sz="1600" dirty="0">
              <a:solidFill>
                <a:schemeClr val="bg1"/>
              </a:solidFill>
              <a:latin typeface="+mn-lt"/>
              <a:ea typeface="Calibri"/>
              <a:cs typeface="Calibri"/>
            </a:endParaRPr>
          </a:p>
          <a:p>
            <a:pPr defTabSz="914400" eaLnBrk="1" hangingPunct="1">
              <a:lnSpc>
                <a:spcPct val="90000"/>
              </a:lnSpc>
              <a:spcAft>
                <a:spcPts val="600"/>
              </a:spcAft>
            </a:pPr>
            <a:r>
              <a:rPr lang="en-US" sz="1600" i="1" dirty="0">
                <a:solidFill>
                  <a:schemeClr val="bg1"/>
                </a:solidFill>
                <a:latin typeface="+mn-lt"/>
              </a:rPr>
              <a:t>Note:</a:t>
            </a:r>
            <a:r>
              <a:rPr lang="en-US" sz="1600" dirty="0">
                <a:solidFill>
                  <a:schemeClr val="bg1"/>
                </a:solidFill>
                <a:latin typeface="+mn-lt"/>
              </a:rPr>
              <a:t> While solving the question (+) can be used for male and (-) can be used for female.</a:t>
            </a:r>
            <a:endParaRPr lang="en-US" sz="1600" dirty="0">
              <a:solidFill>
                <a:schemeClr val="bg1"/>
              </a:solidFill>
              <a:latin typeface="+mn-lt"/>
              <a:ea typeface="Calibri"/>
              <a:cs typeface="Calibri"/>
            </a:endParaRPr>
          </a:p>
          <a:p>
            <a:pPr marL="0" marR="0" lvl="0" defTabSz="914400" eaLnBrk="1" fontAlgn="base" hangingPunct="1">
              <a:lnSpc>
                <a:spcPct val="90000"/>
              </a:lnSpc>
              <a:spcBef>
                <a:spcPct val="0"/>
              </a:spcBef>
              <a:spcAft>
                <a:spcPts val="600"/>
              </a:spcAft>
              <a:buClrTx/>
              <a:buSzTx/>
              <a:tabLst/>
            </a:pPr>
            <a:endParaRPr lang="en-US" altLang="en-US" sz="1600" b="0" i="0" u="none" strike="noStrike" cap="none" normalizeH="0" baseline="0" dirty="0">
              <a:ln>
                <a:noFill/>
              </a:ln>
              <a:solidFill>
                <a:schemeClr val="bg1"/>
              </a:solidFill>
              <a:effectLst/>
              <a:latin typeface="+mn-lt"/>
              <a:ea typeface="Calibri"/>
              <a:cs typeface="Calibri"/>
            </a:endParaRPr>
          </a:p>
        </p:txBody>
      </p:sp>
    </p:spTree>
    <p:extLst>
      <p:ext uri="{BB962C8B-B14F-4D97-AF65-F5344CB8AC3E}">
        <p14:creationId xmlns:p14="http://schemas.microsoft.com/office/powerpoint/2010/main" val="2638559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FBDA4A-4863-67D1-C64D-0B0D9AD12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474EF-E5E2-C4A3-0EBE-1AA90D62FFDE}"/>
              </a:ext>
            </a:extLst>
          </p:cNvPr>
          <p:cNvSpPr>
            <a:spLocks noGrp="1"/>
          </p:cNvSpPr>
          <p:nvPr>
            <p:ph type="title"/>
          </p:nvPr>
        </p:nvSpPr>
        <p:spPr>
          <a:xfrm>
            <a:off x="840699" y="687480"/>
            <a:ext cx="5605629" cy="994172"/>
          </a:xfrm>
        </p:spPr>
        <p:txBody>
          <a:bodyPr>
            <a:normAutofit/>
          </a:bodyPr>
          <a:lstStyle/>
          <a:p>
            <a:r>
              <a:rPr lang="en-US" sz="3850"/>
              <a:t>Question 1</a:t>
            </a:r>
          </a:p>
        </p:txBody>
      </p:sp>
      <p:sp>
        <p:nvSpPr>
          <p:cNvPr id="3" name="Content Placeholder 2">
            <a:extLst>
              <a:ext uri="{FF2B5EF4-FFF2-40B4-BE49-F238E27FC236}">
                <a16:creationId xmlns:a16="http://schemas.microsoft.com/office/drawing/2014/main" id="{589FB3B5-BF3C-E401-8A9E-ABF0DBF37386}"/>
              </a:ext>
            </a:extLst>
          </p:cNvPr>
          <p:cNvSpPr>
            <a:spLocks noGrp="1"/>
          </p:cNvSpPr>
          <p:nvPr>
            <p:ph idx="1"/>
          </p:nvPr>
        </p:nvSpPr>
        <p:spPr>
          <a:xfrm>
            <a:off x="852321" y="2227943"/>
            <a:ext cx="5033221" cy="3788227"/>
          </a:xfrm>
        </p:spPr>
        <p:txBody>
          <a:bodyPr anchor="ctr">
            <a:normAutofit/>
          </a:bodyPr>
          <a:lstStyle/>
          <a:p>
            <a:pPr marL="0" indent="0">
              <a:buNone/>
            </a:pPr>
            <a:r>
              <a:rPr lang="en-US" sz="2100"/>
              <a:t>Pointing to a photograph of a boy Suresh said,</a:t>
            </a:r>
          </a:p>
          <a:p>
            <a:pPr marL="0" indent="0">
              <a:buNone/>
            </a:pPr>
            <a:r>
              <a:rPr lang="en-US" sz="2100"/>
              <a:t>"He is the son of the only son of my mother." How is Suresh related to that boy?</a:t>
            </a:r>
          </a:p>
          <a:p>
            <a:pPr marL="0" indent="0">
              <a:buNone/>
            </a:pPr>
            <a:endParaRPr lang="en-US" sz="2100"/>
          </a:p>
          <a:p>
            <a:pPr marL="514350" indent="-514350">
              <a:buFont typeface="+mj-lt"/>
              <a:buAutoNum type="alphaUcPeriod"/>
            </a:pPr>
            <a:r>
              <a:rPr lang="en-US" sz="2100"/>
              <a:t>Brother</a:t>
            </a:r>
          </a:p>
          <a:p>
            <a:pPr marL="514350" indent="-514350">
              <a:buFont typeface="+mj-lt"/>
              <a:buAutoNum type="alphaUcPeriod"/>
            </a:pPr>
            <a:r>
              <a:rPr lang="en-US" sz="2100"/>
              <a:t>Uncle</a:t>
            </a:r>
          </a:p>
          <a:p>
            <a:pPr marL="514350" indent="-514350">
              <a:buFont typeface="+mj-lt"/>
              <a:buAutoNum type="alphaUcPeriod"/>
            </a:pPr>
            <a:r>
              <a:rPr lang="en-US" sz="2100"/>
              <a:t>Cousin</a:t>
            </a:r>
          </a:p>
          <a:p>
            <a:pPr marL="514350" indent="-514350">
              <a:buFont typeface="+mj-lt"/>
              <a:buAutoNum type="alphaUcPeriod"/>
            </a:pPr>
            <a:r>
              <a:rPr lang="en-US" sz="2100"/>
              <a:t>Father</a:t>
            </a:r>
          </a:p>
          <a:p>
            <a:pPr marL="0" indent="0">
              <a:buNone/>
            </a:pPr>
            <a:endParaRPr lang="en-US" sz="210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Parent and Child">
            <a:extLst>
              <a:ext uri="{FF2B5EF4-FFF2-40B4-BE49-F238E27FC236}">
                <a16:creationId xmlns:a16="http://schemas.microsoft.com/office/drawing/2014/main" id="{1AF5140D-585D-C4EE-F993-882BA5321A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899849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260019"/>
            <a:ext cx="8375586"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658327"/>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TextBox 4">
            <a:extLst>
              <a:ext uri="{FF2B5EF4-FFF2-40B4-BE49-F238E27FC236}">
                <a16:creationId xmlns:a16="http://schemas.microsoft.com/office/drawing/2014/main" id="{E1E9420B-DE6C-8C14-0943-2D1D33B01A95}"/>
              </a:ext>
            </a:extLst>
          </p:cNvPr>
          <p:cNvGraphicFramePr/>
          <p:nvPr>
            <p:extLst>
              <p:ext uri="{D42A27DB-BD31-4B8C-83A1-F6EECF244321}">
                <p14:modId xmlns:p14="http://schemas.microsoft.com/office/powerpoint/2010/main" val="3416362442"/>
              </p:ext>
            </p:extLst>
          </p:nvPr>
        </p:nvGraphicFramePr>
        <p:xfrm>
          <a:off x="836676" y="1673352"/>
          <a:ext cx="7674102"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4410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p:cNvSpPr>
            <a:spLocks noGrp="1"/>
          </p:cNvSpPr>
          <p:nvPr>
            <p:ph type="title"/>
          </p:nvPr>
        </p:nvSpPr>
        <p:spPr>
          <a:xfrm>
            <a:off x="628650" y="401221"/>
            <a:ext cx="7886700" cy="1348065"/>
          </a:xfrm>
        </p:spPr>
        <p:txBody>
          <a:bodyPr>
            <a:normAutofit/>
          </a:bodyPr>
          <a:lstStyle/>
          <a:p>
            <a:r>
              <a:rPr lang="en-US" sz="4700">
                <a:solidFill>
                  <a:srgbClr val="FFFFFF"/>
                </a:solidFill>
              </a:rPr>
              <a:t>Question 2</a:t>
            </a:r>
          </a:p>
        </p:txBody>
      </p:sp>
      <p:sp>
        <p:nvSpPr>
          <p:cNvPr id="3" name="Content Placeholder 2"/>
          <p:cNvSpPr>
            <a:spLocks noGrp="1"/>
          </p:cNvSpPr>
          <p:nvPr>
            <p:ph idx="1"/>
          </p:nvPr>
        </p:nvSpPr>
        <p:spPr>
          <a:xfrm>
            <a:off x="628650" y="2586789"/>
            <a:ext cx="7886700" cy="3590174"/>
          </a:xfrm>
        </p:spPr>
        <p:txBody>
          <a:bodyPr>
            <a:normAutofit/>
          </a:bodyPr>
          <a:lstStyle/>
          <a:p>
            <a:pPr marL="0" indent="0">
              <a:buNone/>
            </a:pPr>
            <a:r>
              <a:rPr lang="en-US" sz="1900"/>
              <a:t>If A + B means A is the mother of B; A - B means A is the brother of B; A % B means A is the father of B and A x B means A is the sister of B, which of the following shows that P is the maternal uncle of Q?</a:t>
            </a:r>
          </a:p>
          <a:p>
            <a:pPr marL="0" indent="0">
              <a:buNone/>
            </a:pPr>
            <a:endParaRPr lang="en-US" sz="1900"/>
          </a:p>
          <a:p>
            <a:pPr marL="514350" indent="-514350">
              <a:buFont typeface="+mj-lt"/>
              <a:buAutoNum type="alphaUcPeriod"/>
            </a:pPr>
            <a:r>
              <a:rPr lang="en-US" sz="1900"/>
              <a:t>Q - N + M x P</a:t>
            </a:r>
          </a:p>
          <a:p>
            <a:pPr marL="514350" indent="-514350">
              <a:buFont typeface="+mj-lt"/>
              <a:buAutoNum type="alphaUcPeriod"/>
            </a:pPr>
            <a:r>
              <a:rPr lang="en-US" sz="1900"/>
              <a:t>P + S x N - Q</a:t>
            </a:r>
          </a:p>
          <a:p>
            <a:pPr marL="514350" indent="-514350">
              <a:buFont typeface="+mj-lt"/>
              <a:buAutoNum type="alphaUcPeriod"/>
            </a:pPr>
            <a:r>
              <a:rPr lang="en-US" sz="1900"/>
              <a:t>P - M + N x Q</a:t>
            </a:r>
          </a:p>
          <a:p>
            <a:pPr marL="514350" indent="-514350">
              <a:buFont typeface="+mj-lt"/>
              <a:buAutoNum type="alphaUcPeriod"/>
            </a:pPr>
            <a:r>
              <a:rPr lang="en-US" sz="1900"/>
              <a:t>Q - S % P</a:t>
            </a:r>
          </a:p>
          <a:p>
            <a:pPr marL="0" indent="0">
              <a:buNone/>
            </a:pPr>
            <a:endParaRPr lang="en-US" sz="1900"/>
          </a:p>
          <a:p>
            <a:pPr marL="0" indent="0">
              <a:buNone/>
            </a:pPr>
            <a:endParaRPr lang="en-US" sz="1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Box 2">
            <a:extLst>
              <a:ext uri="{FF2B5EF4-FFF2-40B4-BE49-F238E27FC236}">
                <a16:creationId xmlns:a16="http://schemas.microsoft.com/office/drawing/2014/main" id="{69A74552-DDBC-115A-6BB7-D28B12E5AA96}"/>
              </a:ext>
            </a:extLst>
          </p:cNvPr>
          <p:cNvSpPr txBox="1"/>
          <p:nvPr/>
        </p:nvSpPr>
        <p:spPr>
          <a:xfrm>
            <a:off x="3335481" y="591344"/>
            <a:ext cx="5179868" cy="5585619"/>
          </a:xfrm>
          <a:prstGeom prst="rect">
            <a:avLst/>
          </a:prstGeom>
        </p:spPr>
        <p:txBody>
          <a:bodyPr vert="horz" lIns="91440" tIns="45720" rIns="91440" bIns="45720" rtlCol="0" anchor="ctr">
            <a:normAutofit/>
          </a:bodyPr>
          <a:lstStyle/>
          <a:p>
            <a:pPr marL="0" indent="-228600" defTabSz="914400">
              <a:lnSpc>
                <a:spcPct val="90000"/>
              </a:lnSpc>
              <a:spcAft>
                <a:spcPts val="600"/>
              </a:spcAft>
              <a:buFont typeface="Arial" panose="020B0604020202020204" pitchFamily="34" charset="0"/>
              <a:buChar char="•"/>
            </a:pPr>
            <a:r>
              <a:rPr lang="en-US"/>
              <a:t>Answer: P - M + N x Q</a:t>
            </a:r>
          </a:p>
          <a:p>
            <a:pPr marL="0" indent="-228600" defTabSz="914400">
              <a:lnSpc>
                <a:spcPct val="90000"/>
              </a:lnSpc>
              <a:spcAft>
                <a:spcPts val="600"/>
              </a:spcAft>
              <a:buFont typeface="Arial" panose="020B0604020202020204" pitchFamily="34" charset="0"/>
              <a:buChar char="•"/>
            </a:pPr>
            <a:endParaRPr lang="en-US"/>
          </a:p>
          <a:p>
            <a:pPr marL="0" indent="-228600" defTabSz="914400">
              <a:lnSpc>
                <a:spcPct val="90000"/>
              </a:lnSpc>
              <a:spcAft>
                <a:spcPts val="600"/>
              </a:spcAft>
              <a:buFont typeface="Arial" panose="020B0604020202020204" pitchFamily="34" charset="0"/>
              <a:buChar char="•"/>
            </a:pPr>
            <a:r>
              <a:rPr lang="en-US"/>
              <a:t>Explanation:</a:t>
            </a:r>
          </a:p>
          <a:p>
            <a:pPr marL="0" indent="-228600" defTabSz="914400">
              <a:lnSpc>
                <a:spcPct val="90000"/>
              </a:lnSpc>
              <a:spcAft>
                <a:spcPts val="600"/>
              </a:spcAft>
              <a:buFont typeface="Arial" panose="020B0604020202020204" pitchFamily="34" charset="0"/>
              <a:buChar char="•"/>
            </a:pPr>
            <a:r>
              <a:rPr lang="en-US"/>
              <a:t>P - M → P is the brother of M</a:t>
            </a:r>
          </a:p>
          <a:p>
            <a:pPr marL="0" indent="-228600" defTabSz="914400">
              <a:lnSpc>
                <a:spcPct val="90000"/>
              </a:lnSpc>
              <a:spcAft>
                <a:spcPts val="600"/>
              </a:spcAft>
              <a:buFont typeface="Arial" panose="020B0604020202020204" pitchFamily="34" charset="0"/>
              <a:buChar char="•"/>
            </a:pPr>
            <a:r>
              <a:rPr lang="en-US"/>
              <a:t>M + N → M is the mother of N</a:t>
            </a:r>
          </a:p>
          <a:p>
            <a:pPr marL="0" indent="-228600" defTabSz="914400">
              <a:lnSpc>
                <a:spcPct val="90000"/>
              </a:lnSpc>
              <a:spcAft>
                <a:spcPts val="600"/>
              </a:spcAft>
              <a:buFont typeface="Arial" panose="020B0604020202020204" pitchFamily="34" charset="0"/>
              <a:buChar char="•"/>
            </a:pPr>
            <a:r>
              <a:rPr lang="en-US"/>
              <a:t>N x Q → N is the sister of Q</a:t>
            </a:r>
          </a:p>
          <a:p>
            <a:pPr marL="0" indent="-228600" defTabSz="914400">
              <a:lnSpc>
                <a:spcPct val="90000"/>
              </a:lnSpc>
              <a:spcAft>
                <a:spcPts val="600"/>
              </a:spcAft>
              <a:buFont typeface="Arial" panose="020B0604020202020204" pitchFamily="34" charset="0"/>
              <a:buChar char="•"/>
            </a:pPr>
            <a:r>
              <a:rPr lang="en-US"/>
              <a:t>Therefore, P is the maternal uncle of Q.</a:t>
            </a:r>
          </a:p>
        </p:txBody>
      </p:sp>
    </p:spTree>
    <p:extLst>
      <p:ext uri="{BB962C8B-B14F-4D97-AF65-F5344CB8AC3E}">
        <p14:creationId xmlns:p14="http://schemas.microsoft.com/office/powerpoint/2010/main" val="163346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n-US" sz="4200"/>
              <a:t>Question 3</a:t>
            </a:r>
          </a:p>
        </p:txBody>
      </p:sp>
      <p:sp>
        <p:nvSpPr>
          <p:cNvPr id="3" name="Content Placeholder 2"/>
          <p:cNvSpPr>
            <a:spLocks noGrp="1"/>
          </p:cNvSpPr>
          <p:nvPr>
            <p:ph idx="1"/>
          </p:nvPr>
        </p:nvSpPr>
        <p:spPr>
          <a:xfrm>
            <a:off x="783771" y="3017522"/>
            <a:ext cx="7455989" cy="3124658"/>
          </a:xfrm>
        </p:spPr>
        <p:txBody>
          <a:bodyPr anchor="ctr">
            <a:normAutofit/>
          </a:bodyPr>
          <a:lstStyle/>
          <a:p>
            <a:pPr marL="0" indent="0">
              <a:buNone/>
            </a:pPr>
            <a:r>
              <a:rPr lang="en-US" sz="2100"/>
              <a:t>If A is the brother of B; B is the sister of C; and C is the father of D, how D is related to A?</a:t>
            </a:r>
          </a:p>
          <a:p>
            <a:pPr marL="0" indent="0">
              <a:buNone/>
            </a:pPr>
            <a:endParaRPr lang="en-US" sz="2100"/>
          </a:p>
          <a:p>
            <a:pPr marL="514350" indent="-514350">
              <a:buFont typeface="+mj-lt"/>
              <a:buAutoNum type="alphaUcPeriod"/>
            </a:pPr>
            <a:r>
              <a:rPr lang="en-US" sz="2100"/>
              <a:t>Brother</a:t>
            </a:r>
          </a:p>
          <a:p>
            <a:pPr marL="514350" indent="-514350">
              <a:buFont typeface="+mj-lt"/>
              <a:buAutoNum type="alphaUcPeriod"/>
            </a:pPr>
            <a:r>
              <a:rPr lang="en-US" sz="2100"/>
              <a:t>Sister</a:t>
            </a:r>
          </a:p>
          <a:p>
            <a:pPr marL="514350" indent="-514350">
              <a:buFont typeface="+mj-lt"/>
              <a:buAutoNum type="alphaUcPeriod"/>
            </a:pPr>
            <a:r>
              <a:rPr lang="en-US" sz="2100"/>
              <a:t>Nephew</a:t>
            </a:r>
          </a:p>
          <a:p>
            <a:pPr marL="514350" indent="-514350">
              <a:buFont typeface="+mj-lt"/>
              <a:buAutoNum type="alphaUcPeriod"/>
            </a:pPr>
            <a:r>
              <a:rPr lang="en-US" sz="2100"/>
              <a:t>Cannot be determined</a:t>
            </a:r>
          </a:p>
          <a:p>
            <a:pPr marL="0" indent="0">
              <a:buNone/>
            </a:pPr>
            <a:endParaRPr lang="en-US" sz="21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TextBox 2">
            <a:extLst>
              <a:ext uri="{FF2B5EF4-FFF2-40B4-BE49-F238E27FC236}">
                <a16:creationId xmlns:a16="http://schemas.microsoft.com/office/drawing/2014/main" id="{304BD225-9122-737A-3B83-80BDCE6F72DB}"/>
              </a:ext>
            </a:extLst>
          </p:cNvPr>
          <p:cNvGraphicFramePr/>
          <p:nvPr>
            <p:extLst>
              <p:ext uri="{D42A27DB-BD31-4B8C-83A1-F6EECF244321}">
                <p14:modId xmlns:p14="http://schemas.microsoft.com/office/powerpoint/2010/main" val="314840299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153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US" sz="3500">
                <a:solidFill>
                  <a:schemeClr val="bg1"/>
                </a:solidFill>
              </a:rPr>
              <a:t>Question 4</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pPr marL="0" indent="0">
              <a:buNone/>
            </a:pPr>
            <a:r>
              <a:rPr lang="en-US" sz="2100"/>
              <a:t>If A + B means A is the brother of B; A - B means A is the sister of B and A x B means A is the father of B.</a:t>
            </a:r>
          </a:p>
          <a:p>
            <a:pPr marL="0" indent="0">
              <a:buNone/>
            </a:pPr>
            <a:r>
              <a:rPr lang="en-US" sz="2100"/>
              <a:t>Which of the following means that C is the son of M?</a:t>
            </a:r>
          </a:p>
          <a:p>
            <a:pPr marL="0" indent="0">
              <a:buNone/>
            </a:pPr>
            <a:endParaRPr lang="en-US" sz="2100"/>
          </a:p>
          <a:p>
            <a:pPr marL="514350" indent="-514350">
              <a:buFont typeface="+mj-lt"/>
              <a:buAutoNum type="alphaUcPeriod"/>
            </a:pPr>
            <a:r>
              <a:rPr lang="en-US" sz="2100"/>
              <a:t>M - N x C + F</a:t>
            </a:r>
          </a:p>
          <a:p>
            <a:pPr marL="514350" indent="-514350">
              <a:buFont typeface="+mj-lt"/>
              <a:buAutoNum type="alphaUcPeriod"/>
            </a:pPr>
            <a:r>
              <a:rPr lang="en-US" sz="2100"/>
              <a:t>F - C + N x M</a:t>
            </a:r>
          </a:p>
          <a:p>
            <a:pPr marL="514350" indent="-514350">
              <a:buFont typeface="+mj-lt"/>
              <a:buAutoNum type="alphaUcPeriod"/>
            </a:pPr>
            <a:r>
              <a:rPr lang="en-US" sz="2100"/>
              <a:t>N + M - F x C</a:t>
            </a:r>
          </a:p>
          <a:p>
            <a:pPr marL="514350" indent="-514350">
              <a:buFont typeface="+mj-lt"/>
              <a:buAutoNum type="alphaUcPeriod"/>
            </a:pPr>
            <a:r>
              <a:rPr lang="en-US" sz="2100"/>
              <a:t>M x N - C + F</a:t>
            </a:r>
          </a:p>
          <a:p>
            <a:pPr marL="0" indent="0">
              <a:buNone/>
            </a:pPr>
            <a:endParaRPr lang="en-US" sz="2100"/>
          </a:p>
          <a:p>
            <a:pPr marL="0" indent="0">
              <a:buNone/>
            </a:pPr>
            <a:endParaRPr lang="en-US" sz="2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455F401-69D4-8491-2D5B-6BF737C25752}"/>
              </a:ext>
            </a:extLst>
          </p:cNvPr>
          <p:cNvSpPr txBox="1"/>
          <p:nvPr/>
        </p:nvSpPr>
        <p:spPr>
          <a:xfrm>
            <a:off x="866661" y="2217343"/>
            <a:ext cx="7410669" cy="3959619"/>
          </a:xfrm>
          <a:prstGeom prst="rect">
            <a:avLst/>
          </a:prstGeom>
        </p:spPr>
        <p:txBody>
          <a:bodyPr vert="horz" lIns="91440" tIns="45720" rIns="91440" bIns="45720" rtlCol="0" anchor="t">
            <a:normAutofit/>
          </a:bodyPr>
          <a:lstStyle/>
          <a:p>
            <a:pPr marL="0" defTabSz="914400">
              <a:lnSpc>
                <a:spcPct val="90000"/>
              </a:lnSpc>
              <a:spcAft>
                <a:spcPts val="600"/>
              </a:spcAft>
            </a:pPr>
            <a:r>
              <a:rPr lang="en-US" sz="2100"/>
              <a:t>Answer: M x N - C + F</a:t>
            </a:r>
            <a:endParaRPr lang="en-US"/>
          </a:p>
          <a:p>
            <a:pPr marL="0" defTabSz="914400">
              <a:lnSpc>
                <a:spcPct val="90000"/>
              </a:lnSpc>
              <a:spcAft>
                <a:spcPts val="600"/>
              </a:spcAft>
            </a:pPr>
            <a:endParaRPr lang="en-US" sz="2100">
              <a:ea typeface="Calibri"/>
              <a:cs typeface="Calibri"/>
            </a:endParaRPr>
          </a:p>
          <a:p>
            <a:pPr marL="0" defTabSz="914400">
              <a:lnSpc>
                <a:spcPct val="90000"/>
              </a:lnSpc>
              <a:spcAft>
                <a:spcPts val="600"/>
              </a:spcAft>
            </a:pPr>
            <a:r>
              <a:rPr lang="en-US" sz="2100"/>
              <a:t>Explanation:</a:t>
            </a:r>
            <a:endParaRPr lang="en-US" sz="2100">
              <a:ea typeface="Calibri"/>
              <a:cs typeface="Calibri"/>
            </a:endParaRPr>
          </a:p>
          <a:p>
            <a:pPr marL="0" defTabSz="914400">
              <a:lnSpc>
                <a:spcPct val="90000"/>
              </a:lnSpc>
              <a:spcAft>
                <a:spcPts val="600"/>
              </a:spcAft>
            </a:pPr>
            <a:r>
              <a:rPr lang="en-US" sz="2100"/>
              <a:t>M x N → M is the father of N</a:t>
            </a:r>
            <a:endParaRPr lang="en-US" sz="2100">
              <a:ea typeface="Calibri"/>
              <a:cs typeface="Calibri"/>
            </a:endParaRPr>
          </a:p>
          <a:p>
            <a:pPr marL="0" defTabSz="914400">
              <a:lnSpc>
                <a:spcPct val="90000"/>
              </a:lnSpc>
              <a:spcAft>
                <a:spcPts val="600"/>
              </a:spcAft>
            </a:pPr>
            <a:r>
              <a:rPr lang="en-US" sz="2100"/>
              <a:t>N - C → N is the sister of C</a:t>
            </a:r>
            <a:endParaRPr lang="en-US" sz="2100">
              <a:ea typeface="Calibri"/>
              <a:cs typeface="Calibri"/>
            </a:endParaRPr>
          </a:p>
          <a:p>
            <a:pPr marL="0" defTabSz="914400">
              <a:lnSpc>
                <a:spcPct val="90000"/>
              </a:lnSpc>
              <a:spcAft>
                <a:spcPts val="600"/>
              </a:spcAft>
            </a:pPr>
            <a:r>
              <a:rPr lang="en-US" sz="2100"/>
              <a:t>C + F → C is the brother of F</a:t>
            </a:r>
            <a:endParaRPr lang="en-US" sz="2100">
              <a:ea typeface="Calibri"/>
              <a:cs typeface="Calibri"/>
            </a:endParaRPr>
          </a:p>
          <a:p>
            <a:pPr marL="0" defTabSz="914400">
              <a:lnSpc>
                <a:spcPct val="90000"/>
              </a:lnSpc>
              <a:spcAft>
                <a:spcPts val="600"/>
              </a:spcAft>
            </a:pPr>
            <a:r>
              <a:rPr lang="en-US" sz="2100"/>
              <a:t>Hence, C is the son of M.</a:t>
            </a:r>
            <a:endParaRPr lang="en-US" sz="2100">
              <a:ea typeface="Calibri"/>
              <a:cs typeface="Calibri"/>
            </a:endParaRPr>
          </a:p>
        </p:txBody>
      </p:sp>
    </p:spTree>
    <p:extLst>
      <p:ext uri="{BB962C8B-B14F-4D97-AF65-F5344CB8AC3E}">
        <p14:creationId xmlns:p14="http://schemas.microsoft.com/office/powerpoint/2010/main" val="2066266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Question 5</a:t>
            </a:r>
          </a:p>
        </p:txBody>
      </p:sp>
      <p:sp>
        <p:nvSpPr>
          <p:cNvPr id="3" name="Content Placeholder 2"/>
          <p:cNvSpPr>
            <a:spLocks noGrp="1"/>
          </p:cNvSpPr>
          <p:nvPr>
            <p:ph idx="1"/>
          </p:nvPr>
        </p:nvSpPr>
        <p:spPr>
          <a:xfrm>
            <a:off x="571351" y="2743200"/>
            <a:ext cx="3485179" cy="3613149"/>
          </a:xfrm>
        </p:spPr>
        <p:txBody>
          <a:bodyPr anchor="ctr">
            <a:normAutofit/>
          </a:bodyPr>
          <a:lstStyle/>
          <a:p>
            <a:pPr marL="0" indent="0">
              <a:buNone/>
            </a:pPr>
            <a:r>
              <a:rPr lang="en-US" sz="1700"/>
              <a:t>Introducing a boy, a girl said,</a:t>
            </a:r>
          </a:p>
          <a:p>
            <a:pPr marL="0" indent="0">
              <a:buNone/>
            </a:pPr>
            <a:r>
              <a:rPr lang="en-US" sz="1700"/>
              <a:t>"He is the son of the daughter of the father of my uncle."</a:t>
            </a:r>
          </a:p>
          <a:p>
            <a:pPr marL="0" indent="0">
              <a:buNone/>
            </a:pPr>
            <a:r>
              <a:rPr lang="en-US" sz="1700"/>
              <a:t>How is the boy related to the girl?</a:t>
            </a:r>
          </a:p>
          <a:p>
            <a:pPr marL="0" indent="0">
              <a:buNone/>
            </a:pPr>
            <a:endParaRPr lang="en-US" sz="1700"/>
          </a:p>
          <a:p>
            <a:pPr marL="514350" indent="-514350">
              <a:buFont typeface="+mj-lt"/>
              <a:buAutoNum type="alphaUcPeriod"/>
            </a:pPr>
            <a:r>
              <a:rPr lang="en-US" sz="1700"/>
              <a:t>Brother</a:t>
            </a:r>
          </a:p>
          <a:p>
            <a:pPr marL="514350" indent="-514350">
              <a:buFont typeface="+mj-lt"/>
              <a:buAutoNum type="alphaUcPeriod"/>
            </a:pPr>
            <a:r>
              <a:rPr lang="en-US" sz="1700"/>
              <a:t>Nephew</a:t>
            </a:r>
          </a:p>
          <a:p>
            <a:pPr marL="514350" indent="-514350">
              <a:buFont typeface="+mj-lt"/>
              <a:buAutoNum type="alphaUcPeriod"/>
            </a:pPr>
            <a:r>
              <a:rPr lang="en-US" sz="1700"/>
              <a:t>Uncle</a:t>
            </a:r>
          </a:p>
          <a:p>
            <a:pPr marL="514350" indent="-514350">
              <a:buFont typeface="+mj-lt"/>
              <a:buAutoNum type="alphaUcPeriod"/>
            </a:pPr>
            <a:r>
              <a:rPr lang="en-US" sz="1700"/>
              <a:t>Son-in-law</a:t>
            </a:r>
          </a:p>
          <a:p>
            <a:pPr marL="0" indent="0">
              <a:buNone/>
            </a:pPr>
            <a:endParaRPr lang="en-US" sz="1700"/>
          </a:p>
        </p:txBody>
      </p:sp>
      <p:pic>
        <p:nvPicPr>
          <p:cNvPr id="5" name="Picture 4">
            <a:extLst>
              <a:ext uri="{FF2B5EF4-FFF2-40B4-BE49-F238E27FC236}">
                <a16:creationId xmlns:a16="http://schemas.microsoft.com/office/drawing/2014/main" id="{F1316CD0-B2C9-A3C0-5DAF-C8B14424D813}"/>
              </a:ext>
            </a:extLst>
          </p:cNvPr>
          <p:cNvPicPr>
            <a:picLocks noChangeAspect="1"/>
          </p:cNvPicPr>
          <p:nvPr/>
        </p:nvPicPr>
        <p:blipFill>
          <a:blip r:embed="rId2"/>
          <a:srcRect l="34720" r="30084" b="6250"/>
          <a:stretch>
            <a:fillRect/>
          </a:stretch>
        </p:blipFill>
        <p:spPr>
          <a:xfrm>
            <a:off x="4572000" y="1"/>
            <a:ext cx="4577118"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7C4E2D-8998-F545-F8B2-503E8D783F77}"/>
              </a:ext>
            </a:extLst>
          </p:cNvPr>
          <p:cNvSpPr txBox="1"/>
          <p:nvPr/>
        </p:nvSpPr>
        <p:spPr>
          <a:xfrm>
            <a:off x="866661" y="2217343"/>
            <a:ext cx="7410669" cy="3959619"/>
          </a:xfrm>
          <a:prstGeom prst="rect">
            <a:avLst/>
          </a:prstGeom>
        </p:spPr>
        <p:txBody>
          <a:bodyPr vert="horz" lIns="91440" tIns="45720" rIns="91440" bIns="45720" rtlCol="0" anchor="t">
            <a:normAutofit/>
          </a:bodyPr>
          <a:lstStyle/>
          <a:p>
            <a:pPr marL="0" defTabSz="914400">
              <a:lnSpc>
                <a:spcPct val="90000"/>
              </a:lnSpc>
              <a:spcAft>
                <a:spcPts val="600"/>
              </a:spcAft>
            </a:pPr>
            <a:r>
              <a:rPr lang="en-US" sz="2100"/>
              <a:t>Answer: Nephew</a:t>
            </a:r>
            <a:endParaRPr lang="en-US"/>
          </a:p>
          <a:p>
            <a:pPr marL="0" defTabSz="914400">
              <a:lnSpc>
                <a:spcPct val="90000"/>
              </a:lnSpc>
              <a:spcAft>
                <a:spcPts val="600"/>
              </a:spcAft>
            </a:pPr>
            <a:endParaRPr lang="en-US" sz="2100">
              <a:ea typeface="Calibri"/>
              <a:cs typeface="Calibri"/>
            </a:endParaRPr>
          </a:p>
          <a:p>
            <a:pPr marL="0" defTabSz="914400">
              <a:lnSpc>
                <a:spcPct val="90000"/>
              </a:lnSpc>
              <a:spcAft>
                <a:spcPts val="600"/>
              </a:spcAft>
            </a:pPr>
            <a:r>
              <a:rPr lang="en-US" sz="2100"/>
              <a:t>Explanation:</a:t>
            </a:r>
            <a:endParaRPr lang="en-US" sz="2100">
              <a:ea typeface="Calibri"/>
              <a:cs typeface="Calibri"/>
            </a:endParaRPr>
          </a:p>
          <a:p>
            <a:pPr marL="0" defTabSz="914400">
              <a:lnSpc>
                <a:spcPct val="90000"/>
              </a:lnSpc>
              <a:spcAft>
                <a:spcPts val="600"/>
              </a:spcAft>
            </a:pPr>
            <a:r>
              <a:rPr lang="en-US" sz="2100"/>
              <a:t>Father of uncle → Grandfather</a:t>
            </a:r>
            <a:endParaRPr lang="en-US" sz="2100">
              <a:ea typeface="Calibri"/>
              <a:cs typeface="Calibri"/>
            </a:endParaRPr>
          </a:p>
          <a:p>
            <a:pPr marL="0" defTabSz="914400">
              <a:lnSpc>
                <a:spcPct val="90000"/>
              </a:lnSpc>
              <a:spcAft>
                <a:spcPts val="600"/>
              </a:spcAft>
            </a:pPr>
            <a:r>
              <a:rPr lang="en-US" sz="2100"/>
              <a:t>Daughter of grandfather → Aunt</a:t>
            </a:r>
            <a:endParaRPr lang="en-US" sz="2100">
              <a:ea typeface="Calibri"/>
              <a:cs typeface="Calibri"/>
            </a:endParaRPr>
          </a:p>
          <a:p>
            <a:pPr marL="0" defTabSz="914400">
              <a:lnSpc>
                <a:spcPct val="90000"/>
              </a:lnSpc>
              <a:spcAft>
                <a:spcPts val="600"/>
              </a:spcAft>
            </a:pPr>
            <a:r>
              <a:rPr lang="en-US" sz="2100"/>
              <a:t>Son of aunt → Nephew</a:t>
            </a:r>
            <a:endParaRPr lang="en-US" sz="2100">
              <a:ea typeface="Calibri"/>
              <a:cs typeface="Calibri"/>
            </a:endParaRPr>
          </a:p>
        </p:txBody>
      </p:sp>
    </p:spTree>
    <p:extLst>
      <p:ext uri="{BB962C8B-B14F-4D97-AF65-F5344CB8AC3E}">
        <p14:creationId xmlns:p14="http://schemas.microsoft.com/office/powerpoint/2010/main" val="2170312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US" sz="3500">
                <a:solidFill>
                  <a:srgbClr val="FFFFFF"/>
                </a:solidFill>
              </a:rPr>
              <a:t>Question 6</a:t>
            </a:r>
          </a:p>
        </p:txBody>
      </p:sp>
      <p:sp>
        <p:nvSpPr>
          <p:cNvPr id="3" name="Content Placeholder 2"/>
          <p:cNvSpPr>
            <a:spLocks noGrp="1"/>
          </p:cNvSpPr>
          <p:nvPr>
            <p:ph idx="1"/>
          </p:nvPr>
        </p:nvSpPr>
        <p:spPr>
          <a:xfrm>
            <a:off x="925726" y="2143143"/>
            <a:ext cx="7293023" cy="3683358"/>
          </a:xfrm>
        </p:spPr>
        <p:txBody>
          <a:bodyPr anchor="ctr">
            <a:normAutofit/>
          </a:bodyPr>
          <a:lstStyle/>
          <a:p>
            <a:pPr marL="0" indent="0">
              <a:buNone/>
            </a:pPr>
            <a:r>
              <a:rPr lang="en-US" sz="1800" dirty="0"/>
              <a:t>Pointing to a photograph Lata says,</a:t>
            </a:r>
            <a:endParaRPr lang="en-US" sz="1800" dirty="0">
              <a:ea typeface="Calibri"/>
              <a:cs typeface="Calibri"/>
            </a:endParaRPr>
          </a:p>
          <a:p>
            <a:pPr marL="0" indent="0">
              <a:buNone/>
            </a:pPr>
            <a:r>
              <a:rPr lang="en-US" sz="1800" dirty="0"/>
              <a:t>"He is the son of the only son of my grandfather."</a:t>
            </a:r>
            <a:endParaRPr lang="en-US" sz="1800" dirty="0">
              <a:ea typeface="Calibri"/>
              <a:cs typeface="Calibri"/>
            </a:endParaRPr>
          </a:p>
          <a:p>
            <a:pPr marL="0" indent="0">
              <a:buNone/>
            </a:pPr>
            <a:r>
              <a:rPr lang="en-US" sz="1800" dirty="0"/>
              <a:t>How is the man in the photograph related to Lata?</a:t>
            </a:r>
            <a:endParaRPr lang="en-US" sz="1800" dirty="0">
              <a:ea typeface="Calibri"/>
              <a:cs typeface="Calibri"/>
            </a:endParaRPr>
          </a:p>
          <a:p>
            <a:pPr marL="0" indent="0">
              <a:buNone/>
            </a:pPr>
            <a:endParaRPr lang="en-US" sz="1700"/>
          </a:p>
          <a:p>
            <a:pPr marL="514350" indent="-514350">
              <a:buFont typeface="+mj-lt"/>
              <a:buAutoNum type="alphaUcPeriod"/>
            </a:pPr>
            <a:r>
              <a:rPr lang="en-US" sz="1700" dirty="0"/>
              <a:t>Brother</a:t>
            </a:r>
            <a:endParaRPr lang="en-US" sz="1700" dirty="0">
              <a:ea typeface="Calibri"/>
              <a:cs typeface="Calibri"/>
            </a:endParaRPr>
          </a:p>
          <a:p>
            <a:pPr marL="514350" indent="-514350">
              <a:buFont typeface="+mj-lt"/>
              <a:buAutoNum type="alphaUcPeriod"/>
            </a:pPr>
            <a:r>
              <a:rPr lang="en-US" sz="1700" dirty="0"/>
              <a:t>Uncle</a:t>
            </a:r>
            <a:endParaRPr lang="en-US" sz="1700" dirty="0">
              <a:ea typeface="Calibri"/>
              <a:cs typeface="Calibri"/>
            </a:endParaRPr>
          </a:p>
          <a:p>
            <a:pPr marL="514350" indent="-514350">
              <a:buFont typeface="+mj-lt"/>
              <a:buAutoNum type="alphaUcPeriod"/>
            </a:pPr>
            <a:r>
              <a:rPr lang="en-US" sz="1700" dirty="0"/>
              <a:t>Cousin</a:t>
            </a:r>
            <a:endParaRPr lang="en-US" sz="1700" dirty="0">
              <a:ea typeface="Calibri"/>
              <a:cs typeface="Calibri"/>
            </a:endParaRPr>
          </a:p>
          <a:p>
            <a:pPr marL="514350" indent="-514350">
              <a:buFont typeface="+mj-lt"/>
              <a:buAutoNum type="alphaUcPeriod"/>
            </a:pPr>
            <a:r>
              <a:rPr lang="en-US" sz="1700" dirty="0"/>
              <a:t>Data is inadequate</a:t>
            </a:r>
            <a:endParaRPr lang="en-US" sz="1700" dirty="0">
              <a:ea typeface="Calibri"/>
              <a:cs typeface="Calibri"/>
            </a:endParaRPr>
          </a:p>
          <a:p>
            <a:pPr marL="0" indent="0">
              <a:buNone/>
            </a:pPr>
            <a:endParaRPr lang="en-US" sz="17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0A5C4A7-CA70-D980-9ABB-929333A7CBCE}"/>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marL="0" defTabSz="914400">
              <a:lnSpc>
                <a:spcPct val="90000"/>
              </a:lnSpc>
              <a:spcAft>
                <a:spcPts val="600"/>
              </a:spcAft>
            </a:pPr>
            <a:r>
              <a:rPr lang="en-US" dirty="0"/>
              <a:t>Answer: Brother</a:t>
            </a:r>
            <a:endParaRPr lang="en-US" dirty="0">
              <a:ea typeface="Calibri"/>
              <a:cs typeface="Calibri"/>
            </a:endParaRPr>
          </a:p>
          <a:p>
            <a:pPr marL="0" defTabSz="914400">
              <a:lnSpc>
                <a:spcPct val="90000"/>
              </a:lnSpc>
              <a:spcAft>
                <a:spcPts val="600"/>
              </a:spcAft>
            </a:pPr>
            <a:endParaRPr lang="en-US" dirty="0">
              <a:ea typeface="Calibri"/>
              <a:cs typeface="Calibri"/>
            </a:endParaRPr>
          </a:p>
          <a:p>
            <a:pPr marL="0" defTabSz="914400">
              <a:lnSpc>
                <a:spcPct val="90000"/>
              </a:lnSpc>
              <a:spcAft>
                <a:spcPts val="600"/>
              </a:spcAft>
            </a:pPr>
            <a:r>
              <a:rPr lang="en-US" dirty="0"/>
              <a:t>Explanation:</a:t>
            </a:r>
            <a:endParaRPr lang="en-US" dirty="0">
              <a:ea typeface="Calibri"/>
              <a:cs typeface="Calibri"/>
            </a:endParaRPr>
          </a:p>
          <a:p>
            <a:pPr marL="0" defTabSz="914400">
              <a:lnSpc>
                <a:spcPct val="90000"/>
              </a:lnSpc>
              <a:spcAft>
                <a:spcPts val="600"/>
              </a:spcAft>
            </a:pPr>
            <a:r>
              <a:rPr lang="en-US" dirty="0"/>
              <a:t>Only son of grandfather → Lata’s father</a:t>
            </a:r>
            <a:endParaRPr lang="en-US" dirty="0">
              <a:ea typeface="Calibri"/>
              <a:cs typeface="Calibri"/>
            </a:endParaRPr>
          </a:p>
          <a:p>
            <a:pPr marL="0" defTabSz="914400">
              <a:lnSpc>
                <a:spcPct val="90000"/>
              </a:lnSpc>
              <a:spcAft>
                <a:spcPts val="600"/>
              </a:spcAft>
            </a:pPr>
            <a:r>
              <a:rPr lang="en-US" dirty="0"/>
              <a:t>Son of father → Brother</a:t>
            </a:r>
            <a:endParaRPr lang="en-US" dirty="0">
              <a:ea typeface="Calibri"/>
              <a:cs typeface="Calibri"/>
            </a:endParaRPr>
          </a:p>
        </p:txBody>
      </p:sp>
    </p:spTree>
    <p:extLst>
      <p:ext uri="{BB962C8B-B14F-4D97-AF65-F5344CB8AC3E}">
        <p14:creationId xmlns:p14="http://schemas.microsoft.com/office/powerpoint/2010/main" val="456113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5A663F-88AF-BACA-487A-94DCCDD70B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D36BA4-ECF3-9D66-155C-DE73DE4F505C}"/>
              </a:ext>
            </a:extLst>
          </p:cNvPr>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Question 7</a:t>
            </a:r>
          </a:p>
        </p:txBody>
      </p:sp>
      <p:sp>
        <p:nvSpPr>
          <p:cNvPr id="3" name="Content Placeholder 2">
            <a:extLst>
              <a:ext uri="{FF2B5EF4-FFF2-40B4-BE49-F238E27FC236}">
                <a16:creationId xmlns:a16="http://schemas.microsoft.com/office/drawing/2014/main" id="{10AB1CA9-9F1D-7F7B-BDED-324ACA46E0F5}"/>
              </a:ext>
            </a:extLst>
          </p:cNvPr>
          <p:cNvSpPr>
            <a:spLocks noGrp="1"/>
          </p:cNvSpPr>
          <p:nvPr>
            <p:ph idx="1"/>
          </p:nvPr>
        </p:nvSpPr>
        <p:spPr>
          <a:xfrm>
            <a:off x="4877368" y="649480"/>
            <a:ext cx="3646835" cy="5546047"/>
          </a:xfrm>
        </p:spPr>
        <p:txBody>
          <a:bodyPr anchor="ctr">
            <a:normAutofit/>
          </a:bodyPr>
          <a:lstStyle/>
          <a:p>
            <a:pPr marL="0" indent="0">
              <a:buNone/>
            </a:pPr>
            <a:r>
              <a:rPr lang="en-IN" sz="1700"/>
              <a:t>If A + B means A is the brother of B; A x B means A is the son of B; and A % B means B is the daughter of A then which of the following means M is the maternal uncle of N?</a:t>
            </a:r>
          </a:p>
          <a:p>
            <a:pPr marL="0" indent="0">
              <a:buNone/>
            </a:pPr>
            <a:endParaRPr lang="en-IN" sz="1700"/>
          </a:p>
          <a:p>
            <a:pPr marL="514350" indent="-514350">
              <a:buFont typeface="+mj-lt"/>
              <a:buAutoNum type="alphaUcPeriod"/>
            </a:pPr>
            <a:r>
              <a:rPr lang="en-IN" sz="1700"/>
              <a:t>M + O x N</a:t>
            </a:r>
          </a:p>
          <a:p>
            <a:pPr marL="514350" indent="-514350">
              <a:buFont typeface="+mj-lt"/>
              <a:buAutoNum type="alphaUcPeriod"/>
            </a:pPr>
            <a:r>
              <a:rPr lang="en-IN" sz="1700"/>
              <a:t>M % O x N + P</a:t>
            </a:r>
          </a:p>
          <a:p>
            <a:pPr marL="514350" indent="-514350">
              <a:buFont typeface="+mj-lt"/>
              <a:buAutoNum type="alphaUcPeriod"/>
            </a:pPr>
            <a:r>
              <a:rPr lang="en-IN" sz="1700"/>
              <a:t>M + O % N</a:t>
            </a:r>
          </a:p>
          <a:p>
            <a:pPr marL="514350" indent="-514350">
              <a:buFont typeface="+mj-lt"/>
              <a:buAutoNum type="alphaUcPeriod"/>
            </a:pPr>
            <a:r>
              <a:rPr lang="en-IN" sz="1700"/>
              <a:t>None of these</a:t>
            </a:r>
          </a:p>
          <a:p>
            <a:pPr marL="0" indent="0">
              <a:buNone/>
            </a:pPr>
            <a:endParaRPr lang="en-IN" sz="1700"/>
          </a:p>
        </p:txBody>
      </p:sp>
    </p:spTree>
    <p:extLst>
      <p:ext uri="{BB962C8B-B14F-4D97-AF65-F5344CB8AC3E}">
        <p14:creationId xmlns:p14="http://schemas.microsoft.com/office/powerpoint/2010/main" val="2166525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16E2F-9A1E-73B8-E33B-768C7AD7BAA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extBox 2">
            <a:extLst>
              <a:ext uri="{FF2B5EF4-FFF2-40B4-BE49-F238E27FC236}">
                <a16:creationId xmlns:a16="http://schemas.microsoft.com/office/drawing/2014/main" id="{A08E14ED-A2B0-B195-2746-306CC75F8EB6}"/>
              </a:ext>
            </a:extLst>
          </p:cNvPr>
          <p:cNvGraphicFramePr/>
          <p:nvPr>
            <p:extLst>
              <p:ext uri="{D42A27DB-BD31-4B8C-83A1-F6EECF244321}">
                <p14:modId xmlns:p14="http://schemas.microsoft.com/office/powerpoint/2010/main" val="99508207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4185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661914-D898-B1DB-9B47-687CD10A59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0AEAE7-E64D-7331-6929-35B5018C4DF8}"/>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Question 8</a:t>
            </a:r>
          </a:p>
        </p:txBody>
      </p:sp>
      <p:sp>
        <p:nvSpPr>
          <p:cNvPr id="3" name="Content Placeholder 2">
            <a:extLst>
              <a:ext uri="{FF2B5EF4-FFF2-40B4-BE49-F238E27FC236}">
                <a16:creationId xmlns:a16="http://schemas.microsoft.com/office/drawing/2014/main" id="{DED64154-BAD6-252E-4C8C-2105B2D3672A}"/>
              </a:ext>
            </a:extLst>
          </p:cNvPr>
          <p:cNvSpPr>
            <a:spLocks noGrp="1"/>
          </p:cNvSpPr>
          <p:nvPr>
            <p:ph idx="1"/>
          </p:nvPr>
        </p:nvSpPr>
        <p:spPr>
          <a:xfrm>
            <a:off x="1028699" y="2318197"/>
            <a:ext cx="7293023" cy="3683358"/>
          </a:xfrm>
        </p:spPr>
        <p:txBody>
          <a:bodyPr anchor="ctr">
            <a:normAutofit/>
          </a:bodyPr>
          <a:lstStyle/>
          <a:p>
            <a:pPr marL="0" indent="0" fontAlgn="t">
              <a:buNone/>
            </a:pPr>
            <a:r>
              <a:rPr lang="en-IN" sz="1700"/>
              <a:t>If D is the brother of B, how B is related to C? To answer this question which of the statements is/are necessary?</a:t>
            </a:r>
          </a:p>
          <a:p>
            <a:pPr marL="0" indent="0" fontAlgn="t">
              <a:buNone/>
            </a:pPr>
            <a:r>
              <a:rPr lang="en-IN" sz="1700"/>
              <a:t>1. The son of D is the grandson of C.</a:t>
            </a:r>
          </a:p>
          <a:p>
            <a:pPr marL="0" indent="0" fontAlgn="t">
              <a:buNone/>
            </a:pPr>
            <a:r>
              <a:rPr lang="en-IN" sz="1700"/>
              <a:t>2. B is the sister of D.</a:t>
            </a:r>
          </a:p>
          <a:p>
            <a:pPr marL="0" indent="0" fontAlgn="t">
              <a:buNone/>
            </a:pPr>
            <a:endParaRPr lang="en-IN" sz="1700"/>
          </a:p>
          <a:p>
            <a:pPr marL="514350" indent="-514350">
              <a:buFont typeface="+mj-lt"/>
              <a:buAutoNum type="alphaUcPeriod"/>
            </a:pPr>
            <a:r>
              <a:rPr lang="en-IN" sz="1700"/>
              <a:t>Only 1</a:t>
            </a:r>
          </a:p>
          <a:p>
            <a:pPr marL="514350" indent="-514350">
              <a:buFont typeface="+mj-lt"/>
              <a:buAutoNum type="alphaUcPeriod"/>
            </a:pPr>
            <a:r>
              <a:rPr lang="en-IN" sz="1700"/>
              <a:t>Only 2</a:t>
            </a:r>
          </a:p>
          <a:p>
            <a:pPr marL="514350" indent="-514350">
              <a:buFont typeface="+mj-lt"/>
              <a:buAutoNum type="alphaUcPeriod"/>
            </a:pPr>
            <a:r>
              <a:rPr lang="en-IN" sz="1700"/>
              <a:t>Either 1 or 2</a:t>
            </a:r>
          </a:p>
          <a:p>
            <a:pPr marL="514350" indent="-514350">
              <a:buFont typeface="+mj-lt"/>
              <a:buAutoNum type="alphaUcPeriod"/>
            </a:pPr>
            <a:r>
              <a:rPr lang="en-IN" sz="1700"/>
              <a:t>1 and 2 both are required</a:t>
            </a:r>
          </a:p>
          <a:p>
            <a:pPr marL="0" indent="0">
              <a:buNone/>
            </a:pPr>
            <a:endParaRPr lang="en-IN" sz="1700"/>
          </a:p>
        </p:txBody>
      </p:sp>
    </p:spTree>
    <p:extLst>
      <p:ext uri="{BB962C8B-B14F-4D97-AF65-F5344CB8AC3E}">
        <p14:creationId xmlns:p14="http://schemas.microsoft.com/office/powerpoint/2010/main" val="1518037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0E9379-F6BF-AC42-F022-986164A9241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D38B876-778E-4292-66B9-9C0DE1D35B1F}"/>
              </a:ext>
            </a:extLst>
          </p:cNvPr>
          <p:cNvSpPr txBox="1"/>
          <p:nvPr/>
        </p:nvSpPr>
        <p:spPr>
          <a:xfrm>
            <a:off x="866661" y="2217343"/>
            <a:ext cx="7410669" cy="3959619"/>
          </a:xfrm>
          <a:prstGeom prst="rect">
            <a:avLst/>
          </a:prstGeom>
        </p:spPr>
        <p:txBody>
          <a:bodyPr vert="horz" lIns="91440" tIns="45720" rIns="91440" bIns="45720" rtlCol="0" anchor="t">
            <a:normAutofit/>
          </a:bodyPr>
          <a:lstStyle/>
          <a:p>
            <a:pPr defTabSz="914400" fontAlgn="t">
              <a:lnSpc>
                <a:spcPct val="90000"/>
              </a:lnSpc>
              <a:spcAft>
                <a:spcPts val="600"/>
              </a:spcAft>
            </a:pPr>
            <a:r>
              <a:rPr lang="en-US" sz="2100" b="1"/>
              <a:t>Answer:</a:t>
            </a:r>
            <a:r>
              <a:rPr lang="en-US" sz="2100"/>
              <a:t> Option D</a:t>
            </a:r>
            <a:endParaRPr lang="en-US"/>
          </a:p>
          <a:p>
            <a:pPr defTabSz="914400" fontAlgn="t">
              <a:lnSpc>
                <a:spcPct val="90000"/>
              </a:lnSpc>
              <a:spcAft>
                <a:spcPts val="600"/>
              </a:spcAft>
            </a:pPr>
            <a:endParaRPr lang="en-US" sz="2100">
              <a:ea typeface="Calibri"/>
              <a:cs typeface="Calibri"/>
            </a:endParaRPr>
          </a:p>
          <a:p>
            <a:pPr defTabSz="914400">
              <a:lnSpc>
                <a:spcPct val="90000"/>
              </a:lnSpc>
              <a:spcAft>
                <a:spcPts val="600"/>
              </a:spcAft>
            </a:pPr>
            <a:r>
              <a:rPr lang="en-US" sz="2100" b="1"/>
              <a:t>Explanation:</a:t>
            </a:r>
            <a:endParaRPr lang="en-US" sz="2100" b="1">
              <a:ea typeface="Calibri"/>
              <a:cs typeface="Calibri"/>
            </a:endParaRPr>
          </a:p>
          <a:p>
            <a:pPr defTabSz="914400">
              <a:lnSpc>
                <a:spcPct val="90000"/>
              </a:lnSpc>
              <a:spcAft>
                <a:spcPts val="600"/>
              </a:spcAft>
            </a:pPr>
            <a:r>
              <a:rPr lang="en-US" sz="2100"/>
              <a:t>Given: D is the brother of B.</a:t>
            </a:r>
            <a:endParaRPr lang="en-US" sz="2100">
              <a:ea typeface="Calibri"/>
              <a:cs typeface="Calibri"/>
            </a:endParaRPr>
          </a:p>
          <a:p>
            <a:pPr defTabSz="914400">
              <a:lnSpc>
                <a:spcPct val="90000"/>
              </a:lnSpc>
              <a:spcAft>
                <a:spcPts val="600"/>
              </a:spcAft>
            </a:pPr>
            <a:endParaRPr lang="en-US" sz="2100">
              <a:ea typeface="Calibri"/>
              <a:cs typeface="Calibri"/>
            </a:endParaRPr>
          </a:p>
          <a:p>
            <a:pPr defTabSz="914400">
              <a:lnSpc>
                <a:spcPct val="90000"/>
              </a:lnSpc>
              <a:spcAft>
                <a:spcPts val="600"/>
              </a:spcAft>
            </a:pPr>
            <a:r>
              <a:rPr lang="en-US" sz="2100"/>
              <a:t>From statement 1, we can detect that D is son of C (son of D is the grandson of C).</a:t>
            </a:r>
            <a:endParaRPr lang="en-US" sz="2100">
              <a:ea typeface="Calibri"/>
              <a:cs typeface="Calibri"/>
            </a:endParaRPr>
          </a:p>
          <a:p>
            <a:pPr defTabSz="914400">
              <a:lnSpc>
                <a:spcPct val="90000"/>
              </a:lnSpc>
              <a:spcAft>
                <a:spcPts val="600"/>
              </a:spcAft>
            </a:pPr>
            <a:endParaRPr lang="en-US" sz="2100">
              <a:ea typeface="Calibri"/>
              <a:cs typeface="Calibri"/>
            </a:endParaRPr>
          </a:p>
          <a:p>
            <a:pPr defTabSz="914400">
              <a:lnSpc>
                <a:spcPct val="90000"/>
              </a:lnSpc>
              <a:spcAft>
                <a:spcPts val="600"/>
              </a:spcAft>
            </a:pPr>
            <a:r>
              <a:rPr lang="en-US" sz="2100"/>
              <a:t>From statement 2, we can detect that B is 'Female' (sister of D).</a:t>
            </a:r>
            <a:endParaRPr lang="en-US" sz="2100">
              <a:ea typeface="Calibri"/>
              <a:cs typeface="Calibri"/>
            </a:endParaRPr>
          </a:p>
          <a:p>
            <a:pPr defTabSz="914400">
              <a:lnSpc>
                <a:spcPct val="90000"/>
              </a:lnSpc>
              <a:spcAft>
                <a:spcPts val="600"/>
              </a:spcAft>
            </a:pPr>
            <a:r>
              <a:rPr lang="en-US" sz="2100"/>
              <a:t>Therefore, B is daughter of C.</a:t>
            </a:r>
            <a:endParaRPr lang="en-US" sz="2100">
              <a:ea typeface="Calibri"/>
              <a:cs typeface="Calibri"/>
            </a:endParaRPr>
          </a:p>
        </p:txBody>
      </p:sp>
    </p:spTree>
    <p:extLst>
      <p:ext uri="{BB962C8B-B14F-4D97-AF65-F5344CB8AC3E}">
        <p14:creationId xmlns:p14="http://schemas.microsoft.com/office/powerpoint/2010/main" val="3937876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28EC8C-ADF7-14F3-D8FE-4C63F624AEFA}"/>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16">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8F9179-2DB4-56F7-D768-BF7A0F6C7FF8}"/>
              </a:ext>
            </a:extLst>
          </p:cNvPr>
          <p:cNvSpPr>
            <a:spLocks noGrp="1"/>
          </p:cNvSpPr>
          <p:nvPr>
            <p:ph type="title"/>
          </p:nvPr>
        </p:nvSpPr>
        <p:spPr>
          <a:xfrm>
            <a:off x="963930" y="1050595"/>
            <a:ext cx="6056111" cy="1618489"/>
          </a:xfrm>
        </p:spPr>
        <p:txBody>
          <a:bodyPr anchor="ctr">
            <a:normAutofit/>
          </a:bodyPr>
          <a:lstStyle/>
          <a:p>
            <a:r>
              <a:rPr lang="en-US" sz="6300"/>
              <a:t>Question 9</a:t>
            </a:r>
          </a:p>
        </p:txBody>
      </p:sp>
      <p:sp>
        <p:nvSpPr>
          <p:cNvPr id="3" name="Content Placeholder 2">
            <a:extLst>
              <a:ext uri="{FF2B5EF4-FFF2-40B4-BE49-F238E27FC236}">
                <a16:creationId xmlns:a16="http://schemas.microsoft.com/office/drawing/2014/main" id="{CE035F0F-5211-7671-53B6-7229E93694B9}"/>
              </a:ext>
            </a:extLst>
          </p:cNvPr>
          <p:cNvSpPr>
            <a:spLocks noGrp="1"/>
          </p:cNvSpPr>
          <p:nvPr>
            <p:ph idx="1"/>
          </p:nvPr>
        </p:nvSpPr>
        <p:spPr>
          <a:xfrm>
            <a:off x="963930" y="2969469"/>
            <a:ext cx="6056111" cy="2800395"/>
          </a:xfrm>
        </p:spPr>
        <p:txBody>
          <a:bodyPr anchor="t">
            <a:normAutofit/>
          </a:bodyPr>
          <a:lstStyle/>
          <a:p>
            <a:pPr fontAlgn="t">
              <a:lnSpc>
                <a:spcPct val="90000"/>
              </a:lnSpc>
              <a:buNone/>
            </a:pPr>
            <a:r>
              <a:rPr lang="en-IN" sz="1900" b="0" i="0">
                <a:effectLst/>
                <a:latin typeface="Inter"/>
              </a:rPr>
              <a:t>If A + B means A is the father of B; A - B means A is the brother B; A % B means A is the wife of B and A x B means A is the mother of B, which of the following shows that M is the maternal grandmother of T?</a:t>
            </a:r>
          </a:p>
          <a:p>
            <a:pPr fontAlgn="t">
              <a:lnSpc>
                <a:spcPct val="90000"/>
              </a:lnSpc>
              <a:buNone/>
            </a:pPr>
            <a:endParaRPr lang="en-IN" sz="1900" b="0" i="0">
              <a:effectLst/>
              <a:latin typeface="Inter"/>
            </a:endParaRPr>
          </a:p>
          <a:p>
            <a:pPr marL="514350" indent="-514350">
              <a:lnSpc>
                <a:spcPct val="90000"/>
              </a:lnSpc>
              <a:buFont typeface="+mj-lt"/>
              <a:buAutoNum type="alphaUcPeriod"/>
            </a:pPr>
            <a:r>
              <a:rPr lang="en-IN" sz="1900" b="0" i="0">
                <a:effectLst/>
                <a:latin typeface="Inter"/>
              </a:rPr>
              <a:t>M x N % S + T</a:t>
            </a:r>
          </a:p>
          <a:p>
            <a:pPr marL="514350" indent="-514350">
              <a:lnSpc>
                <a:spcPct val="90000"/>
              </a:lnSpc>
              <a:buFont typeface="+mj-lt"/>
              <a:buAutoNum type="alphaUcPeriod"/>
            </a:pPr>
            <a:r>
              <a:rPr lang="en-IN" sz="1900" b="0" i="0">
                <a:effectLst/>
                <a:latin typeface="Inter"/>
              </a:rPr>
              <a:t>M x N - S % T</a:t>
            </a:r>
          </a:p>
          <a:p>
            <a:pPr marL="514350" indent="-514350">
              <a:lnSpc>
                <a:spcPct val="90000"/>
              </a:lnSpc>
              <a:buFont typeface="+mj-lt"/>
              <a:buAutoNum type="alphaUcPeriod"/>
            </a:pPr>
            <a:r>
              <a:rPr lang="en-IN" sz="1900" b="0" i="0">
                <a:effectLst/>
                <a:latin typeface="Inter"/>
              </a:rPr>
              <a:t>M x S - N % T</a:t>
            </a:r>
          </a:p>
          <a:p>
            <a:pPr marL="514350" indent="-514350">
              <a:lnSpc>
                <a:spcPct val="90000"/>
              </a:lnSpc>
              <a:buFont typeface="+mj-lt"/>
              <a:buAutoNum type="alphaUcPeriod"/>
            </a:pPr>
            <a:r>
              <a:rPr lang="en-IN" sz="1900" b="0" i="0">
                <a:effectLst/>
                <a:latin typeface="Inter"/>
              </a:rPr>
              <a:t>M x N x S % T</a:t>
            </a:r>
          </a:p>
        </p:txBody>
      </p:sp>
    </p:spTree>
    <p:extLst>
      <p:ext uri="{BB962C8B-B14F-4D97-AF65-F5344CB8AC3E}">
        <p14:creationId xmlns:p14="http://schemas.microsoft.com/office/powerpoint/2010/main" val="700437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D7D301-6EA6-5FE3-816A-83B6AEAA8EC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12C0C0F-D2FE-C1D7-AF80-E8A1733E4BFB}"/>
              </a:ext>
            </a:extLst>
          </p:cNvPr>
          <p:cNvSpPr txBox="1"/>
          <p:nvPr/>
        </p:nvSpPr>
        <p:spPr>
          <a:xfrm>
            <a:off x="1028699" y="2318197"/>
            <a:ext cx="7293023" cy="3683358"/>
          </a:xfrm>
          <a:prstGeom prst="rect">
            <a:avLst/>
          </a:prstGeom>
        </p:spPr>
        <p:txBody>
          <a:bodyPr vert="horz" lIns="91440" tIns="45720" rIns="91440" bIns="45720" rtlCol="0" anchor="ctr">
            <a:normAutofit/>
          </a:bodyPr>
          <a:lstStyle/>
          <a:p>
            <a:pPr defTabSz="914400" fontAlgn="t">
              <a:lnSpc>
                <a:spcPct val="90000"/>
              </a:lnSpc>
              <a:spcAft>
                <a:spcPts val="600"/>
              </a:spcAft>
            </a:pPr>
            <a:r>
              <a:rPr lang="en-US" sz="1700" b="1"/>
              <a:t>Answer:</a:t>
            </a:r>
            <a:r>
              <a:rPr lang="en-US" sz="1700"/>
              <a:t> Option A</a:t>
            </a:r>
            <a:endParaRPr lang="en-US"/>
          </a:p>
          <a:p>
            <a:pPr defTabSz="914400" fontAlgn="t">
              <a:lnSpc>
                <a:spcPct val="90000"/>
              </a:lnSpc>
              <a:spcAft>
                <a:spcPts val="600"/>
              </a:spcAft>
            </a:pPr>
            <a:endParaRPr lang="en-US" sz="1700">
              <a:ea typeface="Calibri"/>
              <a:cs typeface="Calibri"/>
            </a:endParaRPr>
          </a:p>
          <a:p>
            <a:pPr defTabSz="914400">
              <a:lnSpc>
                <a:spcPct val="90000"/>
              </a:lnSpc>
              <a:spcAft>
                <a:spcPts val="600"/>
              </a:spcAft>
            </a:pPr>
            <a:r>
              <a:rPr lang="en-US" sz="1700" b="1"/>
              <a:t>Explanation:</a:t>
            </a:r>
            <a:endParaRPr lang="en-US" sz="1700" b="1">
              <a:ea typeface="Calibri"/>
              <a:cs typeface="Calibri"/>
            </a:endParaRPr>
          </a:p>
          <a:p>
            <a:pPr defTabSz="914400">
              <a:lnSpc>
                <a:spcPct val="90000"/>
              </a:lnSpc>
              <a:spcAft>
                <a:spcPts val="600"/>
              </a:spcAft>
            </a:pPr>
            <a:r>
              <a:rPr lang="en-US" sz="1700"/>
              <a:t>M x N → M is the mother of N</a:t>
            </a:r>
            <a:endParaRPr lang="en-US" sz="1700">
              <a:ea typeface="Calibri"/>
              <a:cs typeface="Calibri"/>
            </a:endParaRPr>
          </a:p>
          <a:p>
            <a:pPr defTabSz="914400">
              <a:lnSpc>
                <a:spcPct val="90000"/>
              </a:lnSpc>
              <a:spcAft>
                <a:spcPts val="600"/>
              </a:spcAft>
            </a:pPr>
            <a:endParaRPr lang="en-US" sz="1700">
              <a:ea typeface="Calibri"/>
              <a:cs typeface="Calibri"/>
            </a:endParaRPr>
          </a:p>
          <a:p>
            <a:pPr defTabSz="914400">
              <a:lnSpc>
                <a:spcPct val="90000"/>
              </a:lnSpc>
              <a:spcAft>
                <a:spcPts val="600"/>
              </a:spcAft>
            </a:pPr>
            <a:r>
              <a:rPr lang="en-US" sz="1700"/>
              <a:t>N % S → N is the wife of S</a:t>
            </a:r>
            <a:endParaRPr lang="en-US" sz="1700">
              <a:ea typeface="Calibri"/>
              <a:cs typeface="Calibri"/>
            </a:endParaRPr>
          </a:p>
          <a:p>
            <a:pPr defTabSz="914400">
              <a:lnSpc>
                <a:spcPct val="90000"/>
              </a:lnSpc>
              <a:spcAft>
                <a:spcPts val="600"/>
              </a:spcAft>
            </a:pPr>
            <a:endParaRPr lang="en-US" sz="1700">
              <a:ea typeface="Calibri"/>
              <a:cs typeface="Calibri"/>
            </a:endParaRPr>
          </a:p>
          <a:p>
            <a:pPr defTabSz="914400">
              <a:lnSpc>
                <a:spcPct val="90000"/>
              </a:lnSpc>
              <a:spcAft>
                <a:spcPts val="600"/>
              </a:spcAft>
            </a:pPr>
            <a:r>
              <a:rPr lang="en-US" sz="1700"/>
              <a:t>and S + T → is the father of T.</a:t>
            </a:r>
            <a:endParaRPr lang="en-US" sz="1700">
              <a:ea typeface="Calibri"/>
              <a:cs typeface="Calibri"/>
            </a:endParaRPr>
          </a:p>
          <a:p>
            <a:pPr defTabSz="914400">
              <a:lnSpc>
                <a:spcPct val="90000"/>
              </a:lnSpc>
              <a:spcAft>
                <a:spcPts val="600"/>
              </a:spcAft>
            </a:pPr>
            <a:endParaRPr lang="en-US" sz="1700">
              <a:ea typeface="Calibri"/>
              <a:cs typeface="Calibri"/>
            </a:endParaRPr>
          </a:p>
          <a:p>
            <a:pPr defTabSz="914400">
              <a:lnSpc>
                <a:spcPct val="90000"/>
              </a:lnSpc>
              <a:spcAft>
                <a:spcPts val="600"/>
              </a:spcAft>
            </a:pPr>
            <a:r>
              <a:rPr lang="en-US" sz="1700"/>
              <a:t>Hence, M is the maternal grandmother of T.</a:t>
            </a:r>
            <a:endParaRPr lang="en-US" sz="1700">
              <a:ea typeface="Calibri"/>
              <a:cs typeface="Calibri"/>
            </a:endParaRPr>
          </a:p>
        </p:txBody>
      </p:sp>
    </p:spTree>
    <p:extLst>
      <p:ext uri="{BB962C8B-B14F-4D97-AF65-F5344CB8AC3E}">
        <p14:creationId xmlns:p14="http://schemas.microsoft.com/office/powerpoint/2010/main" val="1367339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839D4B-E2A5-51C7-557F-EA6B0A1D59DC}"/>
            </a:ext>
          </a:extLst>
        </p:cNvPr>
        <p:cNvGrpSpPr/>
        <p:nvPr/>
      </p:nvGrpSpPr>
      <p:grpSpPr>
        <a:xfrm>
          <a:off x="0" y="0"/>
          <a:ext cx="0" cy="0"/>
          <a:chOff x="0" y="0"/>
          <a:chExt cx="0" cy="0"/>
        </a:xfrm>
      </p:grpSpPr>
      <p:sp>
        <p:nvSpPr>
          <p:cNvPr id="28"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9233" y="0"/>
            <a:ext cx="784767"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30" name="Rectangle 29">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333" y="0"/>
            <a:ext cx="4556665"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505D64-98D0-DB0F-C290-59F1CFDFCC73}"/>
              </a:ext>
            </a:extLst>
          </p:cNvPr>
          <p:cNvSpPr>
            <a:spLocks noGrp="1"/>
          </p:cNvSpPr>
          <p:nvPr>
            <p:ph type="title"/>
          </p:nvPr>
        </p:nvSpPr>
        <p:spPr>
          <a:xfrm>
            <a:off x="5112324" y="762001"/>
            <a:ext cx="3416010" cy="1708243"/>
          </a:xfrm>
        </p:spPr>
        <p:txBody>
          <a:bodyPr anchor="ctr">
            <a:normAutofit/>
          </a:bodyPr>
          <a:lstStyle/>
          <a:p>
            <a:r>
              <a:rPr lang="en-US" sz="3500"/>
              <a:t>Question 10</a:t>
            </a:r>
          </a:p>
        </p:txBody>
      </p:sp>
      <p:pic>
        <p:nvPicPr>
          <p:cNvPr id="5" name="Picture 4" descr="Foosball soccer players">
            <a:extLst>
              <a:ext uri="{FF2B5EF4-FFF2-40B4-BE49-F238E27FC236}">
                <a16:creationId xmlns:a16="http://schemas.microsoft.com/office/drawing/2014/main" id="{2C256668-0599-1D62-DD27-EAB292BC299C}"/>
              </a:ext>
            </a:extLst>
          </p:cNvPr>
          <p:cNvPicPr>
            <a:picLocks noChangeAspect="1"/>
          </p:cNvPicPr>
          <p:nvPr/>
        </p:nvPicPr>
        <p:blipFill>
          <a:blip r:embed="rId2"/>
          <a:srcRect l="31632" r="24055" b="9"/>
          <a:stretch>
            <a:fillRect/>
          </a:stretch>
        </p:blipFill>
        <p:spPr>
          <a:xfrm>
            <a:off x="571025" y="873746"/>
            <a:ext cx="3405752" cy="5110511"/>
          </a:xfrm>
          <a:prstGeom prst="rect">
            <a:avLst/>
          </a:prstGeom>
        </p:spPr>
      </p:pic>
      <p:sp>
        <p:nvSpPr>
          <p:cNvPr id="3" name="Content Placeholder 2">
            <a:extLst>
              <a:ext uri="{FF2B5EF4-FFF2-40B4-BE49-F238E27FC236}">
                <a16:creationId xmlns:a16="http://schemas.microsoft.com/office/drawing/2014/main" id="{D21327EB-0EE8-7134-0300-EA203BA85A85}"/>
              </a:ext>
            </a:extLst>
          </p:cNvPr>
          <p:cNvSpPr>
            <a:spLocks noGrp="1"/>
          </p:cNvSpPr>
          <p:nvPr>
            <p:ph idx="1"/>
          </p:nvPr>
        </p:nvSpPr>
        <p:spPr>
          <a:xfrm>
            <a:off x="5112324" y="2470244"/>
            <a:ext cx="3416010" cy="3769835"/>
          </a:xfrm>
        </p:spPr>
        <p:txBody>
          <a:bodyPr anchor="ctr">
            <a:normAutofit/>
          </a:bodyPr>
          <a:lstStyle/>
          <a:p>
            <a:pPr fontAlgn="t">
              <a:buNone/>
            </a:pPr>
            <a:r>
              <a:rPr lang="en-IN" sz="1700" b="0" i="0">
                <a:effectLst/>
                <a:latin typeface="Inter"/>
              </a:rPr>
              <a:t>Deepak said to Nitin, "That boy playing with the football is the younger of the two brothers of the daughter of my father's wife." How is the boy playing football related to Deepak?</a:t>
            </a:r>
          </a:p>
          <a:p>
            <a:pPr fontAlgn="t">
              <a:buNone/>
            </a:pPr>
            <a:endParaRPr lang="en-IN" sz="1700" b="0" i="0">
              <a:effectLst/>
              <a:latin typeface="Inter"/>
            </a:endParaRPr>
          </a:p>
          <a:p>
            <a:pPr marL="514350" indent="-514350">
              <a:buFont typeface="+mj-lt"/>
              <a:buAutoNum type="alphaUcPeriod"/>
            </a:pPr>
            <a:r>
              <a:rPr lang="en-IN" sz="1700" b="0" i="0">
                <a:effectLst/>
                <a:latin typeface="Inter"/>
              </a:rPr>
              <a:t>Son</a:t>
            </a:r>
          </a:p>
          <a:p>
            <a:pPr marL="514350" indent="-514350">
              <a:buFont typeface="+mj-lt"/>
              <a:buAutoNum type="alphaUcPeriod"/>
            </a:pPr>
            <a:r>
              <a:rPr lang="en-IN" sz="1700" b="0" i="0">
                <a:effectLst/>
                <a:latin typeface="Inter"/>
              </a:rPr>
              <a:t>Brother</a:t>
            </a:r>
          </a:p>
          <a:p>
            <a:pPr marL="514350" indent="-514350">
              <a:buFont typeface="+mj-lt"/>
              <a:buAutoNum type="alphaUcPeriod"/>
            </a:pPr>
            <a:r>
              <a:rPr lang="en-IN" sz="1700" b="0" i="0">
                <a:effectLst/>
                <a:latin typeface="Inter"/>
              </a:rPr>
              <a:t>Cousin</a:t>
            </a:r>
          </a:p>
          <a:p>
            <a:pPr marL="514350" indent="-514350">
              <a:buFont typeface="+mj-lt"/>
              <a:buAutoNum type="alphaUcPeriod"/>
            </a:pPr>
            <a:r>
              <a:rPr lang="en-IN" sz="1700" b="0" i="0">
                <a:effectLst/>
                <a:latin typeface="Inter"/>
              </a:rPr>
              <a:t>Brother-in-law</a:t>
            </a:r>
          </a:p>
        </p:txBody>
      </p:sp>
    </p:spTree>
    <p:extLst>
      <p:ext uri="{BB962C8B-B14F-4D97-AF65-F5344CB8AC3E}">
        <p14:creationId xmlns:p14="http://schemas.microsoft.com/office/powerpoint/2010/main" val="1401971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72DAA5-E5F1-FD28-A39A-848F3992C57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AE70678-D450-3708-D34B-A7A6D5B471BF}"/>
              </a:ext>
            </a:extLst>
          </p:cNvPr>
          <p:cNvPicPr>
            <a:picLocks noChangeAspect="1"/>
          </p:cNvPicPr>
          <p:nvPr/>
        </p:nvPicPr>
        <p:blipFill>
          <a:blip r:embed="rId2">
            <a:duotone>
              <a:schemeClr val="bg2">
                <a:shade val="45000"/>
                <a:satMod val="135000"/>
              </a:schemeClr>
              <a:prstClr val="white"/>
            </a:duotone>
          </a:blip>
          <a:srcRect t="9092" r="9085" b="-7"/>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BA42E391-2D68-F92B-AC22-CAE6BE8A7333}"/>
              </a:ext>
            </a:extLst>
          </p:cNvPr>
          <p:cNvGraphicFramePr/>
          <p:nvPr>
            <p:extLst>
              <p:ext uri="{D42A27DB-BD31-4B8C-83A1-F6EECF244321}">
                <p14:modId xmlns:p14="http://schemas.microsoft.com/office/powerpoint/2010/main" val="22182022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2556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414236-EF23-0BDD-8D3A-86BCB11FF9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A95FAD7-F3A7-7353-A96A-2672AC54B4F1}"/>
              </a:ext>
            </a:extLst>
          </p:cNvPr>
          <p:cNvSpPr>
            <a:spLocks noGrp="1"/>
          </p:cNvSpPr>
          <p:nvPr>
            <p:ph type="title"/>
          </p:nvPr>
        </p:nvSpPr>
        <p:spPr>
          <a:xfrm>
            <a:off x="628650" y="401221"/>
            <a:ext cx="7886700" cy="1348065"/>
          </a:xfrm>
        </p:spPr>
        <p:txBody>
          <a:bodyPr>
            <a:normAutofit/>
          </a:bodyPr>
          <a:lstStyle/>
          <a:p>
            <a:r>
              <a:rPr lang="en-US" sz="4700">
                <a:solidFill>
                  <a:srgbClr val="FFFFFF"/>
                </a:solidFill>
              </a:rPr>
              <a:t>Question 11</a:t>
            </a:r>
          </a:p>
        </p:txBody>
      </p:sp>
      <p:sp>
        <p:nvSpPr>
          <p:cNvPr id="3" name="Content Placeholder 2">
            <a:extLst>
              <a:ext uri="{FF2B5EF4-FFF2-40B4-BE49-F238E27FC236}">
                <a16:creationId xmlns:a16="http://schemas.microsoft.com/office/drawing/2014/main" id="{11F1FC6D-7639-C0C0-7BF4-0B104D662CF5}"/>
              </a:ext>
            </a:extLst>
          </p:cNvPr>
          <p:cNvSpPr>
            <a:spLocks noGrp="1"/>
          </p:cNvSpPr>
          <p:nvPr>
            <p:ph idx="1"/>
          </p:nvPr>
        </p:nvSpPr>
        <p:spPr>
          <a:xfrm>
            <a:off x="628650" y="2586789"/>
            <a:ext cx="7886700" cy="3590174"/>
          </a:xfrm>
        </p:spPr>
        <p:txBody>
          <a:bodyPr>
            <a:normAutofit/>
          </a:bodyPr>
          <a:lstStyle/>
          <a:p>
            <a:pPr fontAlgn="t">
              <a:buNone/>
            </a:pPr>
            <a:r>
              <a:rPr lang="en-IN" sz="1900" b="0" i="0">
                <a:effectLst/>
                <a:latin typeface="Inter"/>
              </a:rPr>
              <a:t>If A + B means A is the sister of B; A x B means A is the wife of B, A % B means A is the father of B and A - B means A is the brother of B. Which of the following means T is the daughter of P?</a:t>
            </a:r>
          </a:p>
          <a:p>
            <a:pPr fontAlgn="t">
              <a:buNone/>
            </a:pPr>
            <a:endParaRPr lang="en-IN" sz="1900" b="0" i="0">
              <a:effectLst/>
              <a:latin typeface="Inter"/>
            </a:endParaRPr>
          </a:p>
          <a:p>
            <a:pPr marL="514350" indent="-514350">
              <a:buFont typeface="+mj-lt"/>
              <a:buAutoNum type="alphaUcPeriod"/>
            </a:pPr>
            <a:r>
              <a:rPr lang="en-IN" sz="1900" b="0" i="0">
                <a:effectLst/>
                <a:latin typeface="Inter"/>
              </a:rPr>
              <a:t>P x Q % R + S - T</a:t>
            </a:r>
          </a:p>
          <a:p>
            <a:pPr marL="514350" indent="-514350">
              <a:buFont typeface="+mj-lt"/>
              <a:buAutoNum type="alphaUcPeriod"/>
            </a:pPr>
            <a:r>
              <a:rPr lang="en-IN" sz="1900" b="0" i="0">
                <a:effectLst/>
                <a:latin typeface="Inter"/>
              </a:rPr>
              <a:t>P x Q % R - T + S</a:t>
            </a:r>
          </a:p>
          <a:p>
            <a:pPr marL="514350" indent="-514350">
              <a:buFont typeface="+mj-lt"/>
              <a:buAutoNum type="alphaUcPeriod"/>
            </a:pPr>
            <a:r>
              <a:rPr lang="en-IN" sz="1900" b="0" i="0">
                <a:effectLst/>
                <a:latin typeface="Inter"/>
              </a:rPr>
              <a:t>P x Q % R + T - S</a:t>
            </a:r>
          </a:p>
          <a:p>
            <a:pPr marL="514350" indent="-514350">
              <a:buFont typeface="+mj-lt"/>
              <a:buAutoNum type="alphaUcPeriod"/>
            </a:pPr>
            <a:r>
              <a:rPr lang="en-IN" sz="1900" b="0" i="0">
                <a:effectLst/>
                <a:latin typeface="Inter"/>
              </a:rPr>
              <a:t>P x Q % R + S + T</a:t>
            </a:r>
          </a:p>
        </p:txBody>
      </p:sp>
    </p:spTree>
    <p:extLst>
      <p:ext uri="{BB962C8B-B14F-4D97-AF65-F5344CB8AC3E}">
        <p14:creationId xmlns:p14="http://schemas.microsoft.com/office/powerpoint/2010/main" val="1947249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EBC14C-9EDE-F1BB-4C0F-FA6E06A901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807F01A-9940-03C8-2DD8-35E3FF16ACE7}"/>
              </a:ext>
            </a:extLst>
          </p:cNvPr>
          <p:cNvSpPr txBox="1"/>
          <p:nvPr/>
        </p:nvSpPr>
        <p:spPr>
          <a:xfrm>
            <a:off x="3607694" y="649480"/>
            <a:ext cx="4916510" cy="5546047"/>
          </a:xfrm>
          <a:prstGeom prst="rect">
            <a:avLst/>
          </a:prstGeom>
        </p:spPr>
        <p:txBody>
          <a:bodyPr vert="horz" lIns="91440" tIns="45720" rIns="91440" bIns="45720" rtlCol="0" anchor="ctr">
            <a:normAutofit/>
          </a:bodyPr>
          <a:lstStyle/>
          <a:p>
            <a:pPr defTabSz="914400" fontAlgn="t">
              <a:lnSpc>
                <a:spcPct val="90000"/>
              </a:lnSpc>
              <a:spcAft>
                <a:spcPts val="600"/>
              </a:spcAft>
            </a:pPr>
            <a:r>
              <a:rPr lang="en-US" sz="1700" b="1"/>
              <a:t>Answer:</a:t>
            </a:r>
            <a:r>
              <a:rPr lang="en-US" sz="1700"/>
              <a:t> Option B</a:t>
            </a:r>
            <a:endParaRPr lang="en-US"/>
          </a:p>
          <a:p>
            <a:pPr defTabSz="914400" fontAlgn="t">
              <a:lnSpc>
                <a:spcPct val="90000"/>
              </a:lnSpc>
              <a:spcAft>
                <a:spcPts val="600"/>
              </a:spcAft>
            </a:pPr>
            <a:endParaRPr lang="en-US" sz="1700">
              <a:ea typeface="Calibri"/>
              <a:cs typeface="Calibri"/>
            </a:endParaRPr>
          </a:p>
          <a:p>
            <a:pPr defTabSz="914400">
              <a:lnSpc>
                <a:spcPct val="90000"/>
              </a:lnSpc>
              <a:spcAft>
                <a:spcPts val="600"/>
              </a:spcAft>
            </a:pPr>
            <a:r>
              <a:rPr lang="en-US" sz="1700" b="1"/>
              <a:t>Explanation:</a:t>
            </a:r>
            <a:endParaRPr lang="en-US" sz="1700" b="1">
              <a:ea typeface="Calibri"/>
              <a:cs typeface="Calibri"/>
            </a:endParaRPr>
          </a:p>
          <a:p>
            <a:pPr defTabSz="914400">
              <a:lnSpc>
                <a:spcPct val="90000"/>
              </a:lnSpc>
              <a:spcAft>
                <a:spcPts val="600"/>
              </a:spcAft>
            </a:pPr>
            <a:r>
              <a:rPr lang="en-US" sz="1700"/>
              <a:t>P x Q → P is the wife of Q</a:t>
            </a:r>
            <a:endParaRPr lang="en-US" sz="1700">
              <a:ea typeface="Calibri"/>
              <a:cs typeface="Calibri"/>
            </a:endParaRPr>
          </a:p>
          <a:p>
            <a:pPr defTabSz="914400">
              <a:lnSpc>
                <a:spcPct val="90000"/>
              </a:lnSpc>
              <a:spcAft>
                <a:spcPts val="600"/>
              </a:spcAft>
            </a:pPr>
            <a:r>
              <a:rPr lang="en-US" sz="1700"/>
              <a:t>Q % R → Q is the father of R</a:t>
            </a:r>
            <a:endParaRPr lang="en-US" sz="1700">
              <a:ea typeface="Calibri"/>
              <a:cs typeface="Calibri"/>
            </a:endParaRPr>
          </a:p>
          <a:p>
            <a:pPr defTabSz="914400">
              <a:lnSpc>
                <a:spcPct val="90000"/>
              </a:lnSpc>
              <a:spcAft>
                <a:spcPts val="600"/>
              </a:spcAft>
            </a:pPr>
            <a:r>
              <a:rPr lang="en-US" sz="1700"/>
              <a:t>R - T → R is the brother of T</a:t>
            </a:r>
            <a:endParaRPr lang="en-US" sz="1700">
              <a:ea typeface="Calibri"/>
              <a:cs typeface="Calibri"/>
            </a:endParaRPr>
          </a:p>
          <a:p>
            <a:pPr defTabSz="914400">
              <a:lnSpc>
                <a:spcPct val="90000"/>
              </a:lnSpc>
              <a:spcAft>
                <a:spcPts val="600"/>
              </a:spcAft>
            </a:pPr>
            <a:r>
              <a:rPr lang="en-US" sz="1700"/>
              <a:t>T + S → T is the sister of S.</a:t>
            </a:r>
            <a:endParaRPr lang="en-US" sz="1700">
              <a:ea typeface="Calibri"/>
              <a:cs typeface="Calibri"/>
            </a:endParaRPr>
          </a:p>
          <a:p>
            <a:pPr defTabSz="914400">
              <a:lnSpc>
                <a:spcPct val="90000"/>
              </a:lnSpc>
              <a:spcAft>
                <a:spcPts val="600"/>
              </a:spcAft>
            </a:pPr>
            <a:r>
              <a:rPr lang="en-US" sz="1700"/>
              <a:t>Therefore, T is the daughter of P.</a:t>
            </a:r>
            <a:endParaRPr lang="en-US" sz="1700">
              <a:ea typeface="Calibri"/>
              <a:cs typeface="Calibri"/>
            </a:endParaRPr>
          </a:p>
        </p:txBody>
      </p:sp>
    </p:spTree>
    <p:extLst>
      <p:ext uri="{BB962C8B-B14F-4D97-AF65-F5344CB8AC3E}">
        <p14:creationId xmlns:p14="http://schemas.microsoft.com/office/powerpoint/2010/main" val="1119259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D1245F-CE30-5AD6-EDBB-8AAFFF0EFA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34933"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CCAE2F3-5FF5-BCD2-681B-8128D1E7DD5C}"/>
              </a:ext>
            </a:extLst>
          </p:cNvPr>
          <p:cNvSpPr>
            <a:spLocks noGrp="1"/>
          </p:cNvSpPr>
          <p:nvPr>
            <p:ph type="title"/>
          </p:nvPr>
        </p:nvSpPr>
        <p:spPr>
          <a:xfrm>
            <a:off x="891051" y="381935"/>
            <a:ext cx="3006438" cy="5974414"/>
          </a:xfrm>
        </p:spPr>
        <p:txBody>
          <a:bodyPr anchor="ctr">
            <a:normAutofit/>
          </a:bodyPr>
          <a:lstStyle/>
          <a:p>
            <a:r>
              <a:rPr lang="en-US" sz="6000">
                <a:solidFill>
                  <a:srgbClr val="FFFFFF"/>
                </a:solidFill>
              </a:rPr>
              <a:t>Question 12</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0420" y="554152"/>
            <a:ext cx="430632"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A220AC71-88E6-4D90-3C88-6BE76AE3CD24}"/>
              </a:ext>
            </a:extLst>
          </p:cNvPr>
          <p:cNvSpPr>
            <a:spLocks noGrp="1"/>
          </p:cNvSpPr>
          <p:nvPr>
            <p:ph idx="1"/>
          </p:nvPr>
        </p:nvSpPr>
        <p:spPr>
          <a:xfrm>
            <a:off x="4722924" y="518400"/>
            <a:ext cx="3578706" cy="5837949"/>
          </a:xfrm>
        </p:spPr>
        <p:txBody>
          <a:bodyPr anchor="ctr">
            <a:normAutofit/>
          </a:bodyPr>
          <a:lstStyle/>
          <a:p>
            <a:pPr fontAlgn="t">
              <a:buNone/>
            </a:pPr>
            <a:r>
              <a:rPr lang="en-IN" sz="1700" b="0" i="0">
                <a:solidFill>
                  <a:schemeClr val="tx1">
                    <a:alpha val="80000"/>
                  </a:schemeClr>
                </a:solidFill>
                <a:effectLst/>
                <a:latin typeface="Inter"/>
              </a:rPr>
              <a:t>Pointing to a woman, Abhijit said, "Her granddaughter is the only daughter of my brother." How is the woman related to Abhijit?</a:t>
            </a:r>
          </a:p>
          <a:p>
            <a:pPr fontAlgn="t">
              <a:buNone/>
            </a:pPr>
            <a:endParaRPr lang="en-IN" sz="1700" b="0" i="0">
              <a:solidFill>
                <a:schemeClr val="tx1">
                  <a:alpha val="80000"/>
                </a:schemeClr>
              </a:solidFill>
              <a:effectLst/>
              <a:latin typeface="Inter"/>
            </a:endParaRPr>
          </a:p>
          <a:p>
            <a:pPr marL="514350" indent="-514350">
              <a:buFont typeface="+mj-lt"/>
              <a:buAutoNum type="alphaUcPeriod"/>
            </a:pPr>
            <a:r>
              <a:rPr lang="en-IN" sz="1700" b="0" i="0">
                <a:solidFill>
                  <a:schemeClr val="tx1">
                    <a:alpha val="80000"/>
                  </a:schemeClr>
                </a:solidFill>
                <a:effectLst/>
                <a:latin typeface="Inter"/>
              </a:rPr>
              <a:t>Sister</a:t>
            </a:r>
          </a:p>
          <a:p>
            <a:pPr marL="514350" indent="-514350">
              <a:buFont typeface="+mj-lt"/>
              <a:buAutoNum type="alphaUcPeriod"/>
            </a:pPr>
            <a:r>
              <a:rPr lang="en-IN" sz="1700" b="0" i="0">
                <a:solidFill>
                  <a:schemeClr val="tx1">
                    <a:alpha val="80000"/>
                  </a:schemeClr>
                </a:solidFill>
                <a:effectLst/>
                <a:latin typeface="Inter"/>
              </a:rPr>
              <a:t>Grandmother</a:t>
            </a:r>
          </a:p>
          <a:p>
            <a:pPr marL="514350" indent="-514350">
              <a:buFont typeface="+mj-lt"/>
              <a:buAutoNum type="alphaUcPeriod"/>
            </a:pPr>
            <a:r>
              <a:rPr lang="en-IN" sz="1700" b="0" i="0">
                <a:solidFill>
                  <a:schemeClr val="tx1">
                    <a:alpha val="80000"/>
                  </a:schemeClr>
                </a:solidFill>
                <a:effectLst/>
                <a:latin typeface="Inter"/>
              </a:rPr>
              <a:t>Mother-in-law</a:t>
            </a:r>
          </a:p>
          <a:p>
            <a:pPr marL="514350" indent="-514350">
              <a:buFont typeface="+mj-lt"/>
              <a:buAutoNum type="alphaUcPeriod"/>
            </a:pPr>
            <a:r>
              <a:rPr lang="en-IN" sz="1700" b="0" i="0">
                <a:solidFill>
                  <a:schemeClr val="tx1">
                    <a:alpha val="80000"/>
                  </a:schemeClr>
                </a:solidFill>
                <a:effectLst/>
                <a:latin typeface="Inter"/>
              </a:rPr>
              <a:t>Mother</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598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8C5DA-532A-D462-A2C1-D4AEC6ACC3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2DFC3F-8A24-B2D8-82EC-23339C255ABA}"/>
              </a:ext>
            </a:extLst>
          </p:cNvPr>
          <p:cNvSpPr txBox="1"/>
          <p:nvPr/>
        </p:nvSpPr>
        <p:spPr>
          <a:xfrm>
            <a:off x="915492" y="1420102"/>
            <a:ext cx="7387313" cy="3032168"/>
          </a:xfrm>
          <a:prstGeom prst="rect">
            <a:avLst/>
          </a:prstGeom>
        </p:spPr>
        <p:txBody>
          <a:bodyPr vert="horz" lIns="91440" tIns="45720" rIns="91440" bIns="45720" rtlCol="0" anchor="ctr">
            <a:normAutofit/>
          </a:bodyPr>
          <a:lstStyle/>
          <a:p>
            <a:pPr defTabSz="914400" fontAlgn="t">
              <a:lnSpc>
                <a:spcPct val="90000"/>
              </a:lnSpc>
              <a:spcAft>
                <a:spcPts val="600"/>
              </a:spcAft>
            </a:pPr>
            <a:r>
              <a:rPr lang="en-US" sz="1700" b="1"/>
              <a:t>Answer:</a:t>
            </a:r>
            <a:r>
              <a:rPr lang="en-US" sz="1700"/>
              <a:t> Option D</a:t>
            </a:r>
            <a:endParaRPr lang="en-US"/>
          </a:p>
          <a:p>
            <a:pPr defTabSz="914400" fontAlgn="t">
              <a:lnSpc>
                <a:spcPct val="90000"/>
              </a:lnSpc>
              <a:spcAft>
                <a:spcPts val="600"/>
              </a:spcAft>
            </a:pPr>
            <a:endParaRPr lang="en-US" sz="1700">
              <a:ea typeface="Calibri"/>
              <a:cs typeface="Calibri"/>
            </a:endParaRPr>
          </a:p>
          <a:p>
            <a:pPr defTabSz="914400">
              <a:lnSpc>
                <a:spcPct val="90000"/>
              </a:lnSpc>
              <a:spcAft>
                <a:spcPts val="600"/>
              </a:spcAft>
            </a:pPr>
            <a:r>
              <a:rPr lang="en-US" sz="1700" b="1"/>
              <a:t>Explanation:</a:t>
            </a:r>
            <a:endParaRPr lang="en-US" sz="1700" b="1">
              <a:ea typeface="Calibri"/>
              <a:cs typeface="Calibri"/>
            </a:endParaRPr>
          </a:p>
          <a:p>
            <a:pPr defTabSz="914400">
              <a:lnSpc>
                <a:spcPct val="90000"/>
              </a:lnSpc>
              <a:spcAft>
                <a:spcPts val="600"/>
              </a:spcAft>
            </a:pPr>
            <a:r>
              <a:rPr lang="en-US" sz="1700"/>
              <a:t>Daughter of Abhijit's brother → niece of Abhijit. Thus the granddaughter of the woman is Abhijit's niece.</a:t>
            </a:r>
            <a:endParaRPr lang="en-US" sz="1700">
              <a:ea typeface="Calibri"/>
              <a:cs typeface="Calibri"/>
            </a:endParaRPr>
          </a:p>
          <a:p>
            <a:pPr defTabSz="914400">
              <a:lnSpc>
                <a:spcPct val="90000"/>
              </a:lnSpc>
              <a:spcAft>
                <a:spcPts val="600"/>
              </a:spcAft>
            </a:pPr>
            <a:r>
              <a:rPr lang="en-US" sz="1700"/>
              <a:t>Hence, the woman is the mother of Abhijit.</a:t>
            </a:r>
            <a:endParaRPr lang="en-US" sz="1700">
              <a:ea typeface="Calibri"/>
              <a:cs typeface="Calibri"/>
            </a:endParaRPr>
          </a:p>
        </p:txBody>
      </p:sp>
    </p:spTree>
    <p:extLst>
      <p:ext uri="{BB962C8B-B14F-4D97-AF65-F5344CB8AC3E}">
        <p14:creationId xmlns:p14="http://schemas.microsoft.com/office/powerpoint/2010/main" val="3681266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C3EA1D-1C4C-769C-1B46-B814697E3038}"/>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oy plastic numbers">
            <a:extLst>
              <a:ext uri="{FF2B5EF4-FFF2-40B4-BE49-F238E27FC236}">
                <a16:creationId xmlns:a16="http://schemas.microsoft.com/office/drawing/2014/main" id="{E02FD6DA-D37F-15CB-8DED-260A0E872947}"/>
              </a:ext>
            </a:extLst>
          </p:cNvPr>
          <p:cNvPicPr>
            <a:picLocks noChangeAspect="1"/>
          </p:cNvPicPr>
          <p:nvPr/>
        </p:nvPicPr>
        <p:blipFill>
          <a:blip r:embed="rId2"/>
          <a:srcRect l="2635" r="8364" b="-2"/>
          <a:stretch>
            <a:fillRect/>
          </a:stretch>
        </p:blipFill>
        <p:spPr>
          <a:xfrm>
            <a:off x="20" y="1"/>
            <a:ext cx="9143980" cy="6857999"/>
          </a:xfrm>
          <a:prstGeom prst="rect">
            <a:avLst/>
          </a:prstGeom>
        </p:spPr>
      </p:pic>
      <p:sp>
        <p:nvSpPr>
          <p:cNvPr id="23" name="Freeform: Shape 22">
            <a:extLst>
              <a:ext uri="{FF2B5EF4-FFF2-40B4-BE49-F238E27FC236}">
                <a16:creationId xmlns:a16="http://schemas.microsoft.com/office/drawing/2014/main" id="{C74F2646-08C7-4051-81DA-751C43A03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824" y="585274"/>
            <a:ext cx="5277038"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chemeClr val="bg1"/>
          </a:solidFill>
          <a:ln>
            <a:noFill/>
          </a:ln>
          <a:effectLst>
            <a:outerShdw blurRad="50800" dist="254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DCD6552F-C98B-4FBA-842F-3EF2D5ACA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824" y="585274"/>
            <a:ext cx="5277038" cy="5492212"/>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78936" y="395108"/>
            <a:ext cx="1280814"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9A7CD70-53FA-7809-6DCC-E5154385A6D5}"/>
              </a:ext>
            </a:extLst>
          </p:cNvPr>
          <p:cNvSpPr txBox="1"/>
          <p:nvPr/>
        </p:nvSpPr>
        <p:spPr>
          <a:xfrm>
            <a:off x="962538" y="1327836"/>
            <a:ext cx="4529853" cy="3834890"/>
          </a:xfrm>
          <a:prstGeom prst="rect">
            <a:avLst/>
          </a:prstGeom>
        </p:spPr>
        <p:txBody>
          <a:bodyPr vert="horz" lIns="91440" tIns="45720" rIns="91440" bIns="45720" rtlCol="0" anchor="ctr">
            <a:normAutofit/>
          </a:bodyPr>
          <a:lstStyle/>
          <a:p>
            <a:pPr defTabSz="914400">
              <a:lnSpc>
                <a:spcPct val="90000"/>
              </a:lnSpc>
              <a:spcAft>
                <a:spcPts val="600"/>
              </a:spcAft>
            </a:pPr>
            <a:r>
              <a:rPr lang="en-US" sz="1700" b="0" i="0" dirty="0">
                <a:effectLst/>
              </a:rPr>
              <a:t> </a:t>
            </a:r>
            <a:r>
              <a:rPr lang="en-US" sz="2400" b="1" i="0" dirty="0">
                <a:solidFill>
                  <a:srgbClr val="FF0000"/>
                </a:solidFill>
                <a:effectLst/>
              </a:rPr>
              <a:t>Directions to Solve</a:t>
            </a:r>
            <a:endParaRPr lang="en-US" sz="2400" b="1">
              <a:solidFill>
                <a:srgbClr val="FF0000"/>
              </a:solidFill>
              <a:ea typeface="Calibri"/>
              <a:cs typeface="Calibri"/>
            </a:endParaRPr>
          </a:p>
          <a:p>
            <a:pPr defTabSz="914400">
              <a:lnSpc>
                <a:spcPct val="90000"/>
              </a:lnSpc>
              <a:spcAft>
                <a:spcPts val="600"/>
              </a:spcAft>
            </a:pPr>
            <a:endParaRPr lang="en-US" sz="1700" b="0" i="0">
              <a:effectLst/>
              <a:ea typeface="Calibri"/>
              <a:cs typeface="Calibri"/>
            </a:endParaRPr>
          </a:p>
          <a:p>
            <a:pPr defTabSz="914400">
              <a:lnSpc>
                <a:spcPct val="90000"/>
              </a:lnSpc>
              <a:spcAft>
                <a:spcPts val="600"/>
              </a:spcAft>
            </a:pPr>
            <a:r>
              <a:rPr lang="en-US" sz="2000" b="0" i="0" dirty="0">
                <a:effectLst/>
              </a:rPr>
              <a:t>Each of these questions is based on the following information:</a:t>
            </a:r>
            <a:endParaRPr lang="en-US" sz="2000" b="0" i="0" dirty="0">
              <a:effectLst/>
              <a:ea typeface="Calibri"/>
              <a:cs typeface="Calibri"/>
            </a:endParaRPr>
          </a:p>
          <a:p>
            <a:pPr indent="-228600" defTabSz="914400">
              <a:lnSpc>
                <a:spcPct val="90000"/>
              </a:lnSpc>
              <a:spcAft>
                <a:spcPts val="600"/>
              </a:spcAft>
              <a:buFont typeface="Arial" panose="020B0604020202020204" pitchFamily="34" charset="0"/>
              <a:buChar char="•"/>
            </a:pP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 B means A is the mother of B.</a:t>
            </a: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 B means A is the sister of B.</a:t>
            </a: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 B means A is the father of B.</a:t>
            </a:r>
            <a:endParaRPr lang="en-US" sz="2000" b="0" i="0" dirty="0">
              <a:effectLst/>
              <a:ea typeface="Calibri"/>
              <a:cs typeface="Calibri"/>
            </a:endParaRPr>
          </a:p>
          <a:p>
            <a:pPr marL="457200" indent="-228600" defTabSz="914400">
              <a:lnSpc>
                <a:spcPct val="90000"/>
              </a:lnSpc>
              <a:spcAft>
                <a:spcPts val="600"/>
              </a:spcAft>
              <a:buFont typeface="Arial" panose="020B0604020202020204" pitchFamily="34" charset="0"/>
              <a:buChar char="•"/>
            </a:pPr>
            <a:r>
              <a:rPr lang="en-US" sz="2000" b="0" i="0" dirty="0">
                <a:effectLst/>
              </a:rPr>
              <a:t>A β B means A is the brother of B.</a:t>
            </a:r>
            <a:endParaRPr lang="en-US" sz="2000" b="0" i="0" dirty="0">
              <a:effectLst/>
              <a:ea typeface="Calibri"/>
              <a:cs typeface="Calibri"/>
            </a:endParaRPr>
          </a:p>
        </p:txBody>
      </p:sp>
    </p:spTree>
    <p:extLst>
      <p:ext uri="{BB962C8B-B14F-4D97-AF65-F5344CB8AC3E}">
        <p14:creationId xmlns:p14="http://schemas.microsoft.com/office/powerpoint/2010/main" val="61314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F01CCB-D845-1809-F372-A492B57AD4D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F56165D-ECD5-7FA5-C64A-A8453998C5DE}"/>
              </a:ext>
            </a:extLst>
          </p:cNvPr>
          <p:cNvPicPr>
            <a:picLocks noChangeAspect="1"/>
          </p:cNvPicPr>
          <p:nvPr/>
        </p:nvPicPr>
        <p:blipFill>
          <a:blip r:embed="rId2">
            <a:duotone>
              <a:schemeClr val="bg2">
                <a:shade val="45000"/>
                <a:satMod val="135000"/>
              </a:schemeClr>
              <a:prstClr val="white"/>
            </a:duotone>
          </a:blip>
          <a:srcRect l="8251" r="8044" b="5809"/>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1ED3B45-293C-479A-4BF5-58CA9B718DBF}"/>
              </a:ext>
            </a:extLst>
          </p:cNvPr>
          <p:cNvGraphicFramePr>
            <a:graphicFrameLocks noGrp="1"/>
          </p:cNvGraphicFramePr>
          <p:nvPr>
            <p:ph idx="1"/>
            <p:extLst>
              <p:ext uri="{D42A27DB-BD31-4B8C-83A1-F6EECF244321}">
                <p14:modId xmlns:p14="http://schemas.microsoft.com/office/powerpoint/2010/main" val="2036059556"/>
              </p:ext>
            </p:extLst>
          </p:nvPr>
        </p:nvGraphicFramePr>
        <p:xfrm>
          <a:off x="628650" y="744409"/>
          <a:ext cx="7886700" cy="60092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5872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20C31D-5A66-B4BA-A0A7-19EF3C5919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0C64E-9BDE-E36D-949B-B29C46485AFD}"/>
              </a:ext>
            </a:extLst>
          </p:cNvPr>
          <p:cNvSpPr>
            <a:spLocks noGrp="1"/>
          </p:cNvSpPr>
          <p:nvPr>
            <p:ph idx="1"/>
          </p:nvPr>
        </p:nvSpPr>
        <p:spPr>
          <a:xfrm>
            <a:off x="852321" y="1259997"/>
            <a:ext cx="5033221" cy="3788227"/>
          </a:xfrm>
        </p:spPr>
        <p:txBody>
          <a:bodyPr anchor="ctr">
            <a:normAutofit/>
          </a:bodyPr>
          <a:lstStyle/>
          <a:p>
            <a:pPr fontAlgn="t">
              <a:lnSpc>
                <a:spcPct val="90000"/>
              </a:lnSpc>
              <a:buNone/>
            </a:pPr>
            <a:r>
              <a:rPr lang="en-IN" sz="2100" b="1" i="0">
                <a:effectLst/>
                <a:latin typeface="Inter"/>
              </a:rPr>
              <a:t>Answer:</a:t>
            </a:r>
            <a:r>
              <a:rPr lang="en-IN" sz="2100" b="0" i="0">
                <a:effectLst/>
                <a:latin typeface="Inter"/>
              </a:rPr>
              <a:t> Option A</a:t>
            </a:r>
          </a:p>
          <a:p>
            <a:pPr fontAlgn="t">
              <a:lnSpc>
                <a:spcPct val="90000"/>
              </a:lnSpc>
              <a:buNone/>
            </a:pPr>
            <a:endParaRPr lang="en-IN" sz="2100" b="0" i="0">
              <a:effectLst/>
              <a:latin typeface="Inter"/>
            </a:endParaRPr>
          </a:p>
          <a:p>
            <a:pPr>
              <a:lnSpc>
                <a:spcPct val="90000"/>
              </a:lnSpc>
              <a:buNone/>
            </a:pPr>
            <a:r>
              <a:rPr lang="en-IN" sz="2100" b="1" i="0">
                <a:effectLst/>
                <a:latin typeface="Inter"/>
              </a:rPr>
              <a:t>Explanation:</a:t>
            </a:r>
          </a:p>
          <a:p>
            <a:pPr>
              <a:lnSpc>
                <a:spcPct val="90000"/>
              </a:lnSpc>
              <a:buNone/>
            </a:pPr>
            <a:r>
              <a:rPr lang="en-IN" sz="2100" b="0" i="0">
                <a:effectLst/>
                <a:latin typeface="Inter"/>
              </a:rPr>
              <a:t>N β P → N is the brother of P</a:t>
            </a:r>
          </a:p>
          <a:p>
            <a:pPr>
              <a:lnSpc>
                <a:spcPct val="90000"/>
              </a:lnSpc>
              <a:buNone/>
            </a:pPr>
            <a:r>
              <a:rPr lang="en-IN" sz="2100" b="0" i="0">
                <a:effectLst/>
                <a:latin typeface="Inter"/>
              </a:rPr>
              <a:t>P - L → P is the sister of L</a:t>
            </a:r>
          </a:p>
          <a:p>
            <a:pPr>
              <a:lnSpc>
                <a:spcPct val="90000"/>
              </a:lnSpc>
              <a:buNone/>
            </a:pPr>
            <a:r>
              <a:rPr lang="en-IN" sz="2100" b="0" i="0">
                <a:effectLst/>
                <a:latin typeface="Inter"/>
              </a:rPr>
              <a:t>L + E → L is the mother of E</a:t>
            </a:r>
          </a:p>
          <a:p>
            <a:pPr>
              <a:lnSpc>
                <a:spcPct val="90000"/>
              </a:lnSpc>
              <a:buNone/>
            </a:pPr>
            <a:r>
              <a:rPr lang="en-IN" sz="2100" b="0" i="0">
                <a:effectLst/>
                <a:latin typeface="Inter"/>
              </a:rPr>
              <a:t>E - M → E is the sister of M.</a:t>
            </a:r>
          </a:p>
          <a:p>
            <a:pPr>
              <a:lnSpc>
                <a:spcPct val="90000"/>
              </a:lnSpc>
              <a:buNone/>
            </a:pPr>
            <a:endParaRPr lang="en-IN" sz="2100" b="0" i="0">
              <a:effectLst/>
              <a:latin typeface="Inter"/>
            </a:endParaRPr>
          </a:p>
          <a:p>
            <a:pPr>
              <a:lnSpc>
                <a:spcPct val="90000"/>
              </a:lnSpc>
              <a:buNone/>
            </a:pPr>
            <a:r>
              <a:rPr lang="en-IN" sz="2100" b="0" i="0">
                <a:effectLst/>
                <a:latin typeface="Inter"/>
              </a:rPr>
              <a:t>Hence, L is the mother of M, P is the maternal aunt of M and N is the maternal uncle of M.</a:t>
            </a:r>
          </a:p>
        </p:txBody>
      </p:sp>
      <p:sp>
        <p:nvSpPr>
          <p:cNvPr id="18" name="Rectangle 17">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Oval 18">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 name="Graphic 19" descr="Add">
            <a:extLst>
              <a:ext uri="{FF2B5EF4-FFF2-40B4-BE49-F238E27FC236}">
                <a16:creationId xmlns:a16="http://schemas.microsoft.com/office/drawing/2014/main" id="{67FC7235-845E-1B6B-18BD-3FA1F738DE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484743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ADD162-3883-C6E1-0CE7-452B51F26D1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E9FE993A-BADA-BEDA-84F6-DDCE504F5BBF}"/>
              </a:ext>
            </a:extLst>
          </p:cNvPr>
          <p:cNvSpPr>
            <a:spLocks noChangeArrowheads="1"/>
          </p:cNvSpPr>
          <p:nvPr/>
        </p:nvSpPr>
        <p:spPr bwMode="auto">
          <a:xfrm>
            <a:off x="4762204" y="274608"/>
            <a:ext cx="4376942" cy="5212055"/>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defTabSz="914400" eaLnBrk="1" fontAlgn="base" hangingPunct="1">
              <a:lnSpc>
                <a:spcPct val="90000"/>
              </a:lnSpc>
              <a:spcBef>
                <a:spcPct val="0"/>
              </a:spcBef>
              <a:spcAft>
                <a:spcPts val="600"/>
              </a:spcAft>
              <a:buClrTx/>
              <a:buSzTx/>
              <a:tabLst/>
              <a:defRPr/>
            </a:pPr>
            <a:r>
              <a:rPr kumimoji="0" lang="en-US" altLang="en-US" sz="2400" b="1" i="0" u="none" strike="noStrike" cap="none" spc="0" normalizeH="0" baseline="0" noProof="0" dirty="0">
                <a:ln>
                  <a:noFill/>
                </a:ln>
                <a:solidFill>
                  <a:srgbClr val="595959"/>
                </a:solidFill>
                <a:effectLst/>
                <a:uLnTx/>
                <a:uFillTx/>
                <a:latin typeface="+mn-lt"/>
              </a:rPr>
              <a:t>In a family, there are six members A, B, C, D, E and F. </a:t>
            </a:r>
            <a:endParaRPr lang="en-US" altLang="en-US" sz="2400" b="1" i="0" u="none" strike="noStrike" cap="none" spc="0" normalizeH="0" baseline="0" noProof="0" dirty="0">
              <a:ln>
                <a:noFill/>
              </a:ln>
              <a:solidFill>
                <a:srgbClr val="595959"/>
              </a:solidFill>
              <a:effectLst/>
              <a:uLnTx/>
              <a:uFillTx/>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defRPr/>
            </a:pPr>
            <a:endParaRPr lang="en-US" altLang="en-US" sz="2400" b="1" i="0" u="none" strike="noStrike" cap="none" spc="0" normalizeH="0" baseline="0" noProof="0" dirty="0">
              <a:ln>
                <a:noFill/>
              </a:ln>
              <a:solidFill>
                <a:srgbClr val="595959"/>
              </a:solidFill>
              <a:effectLst/>
              <a:uLnTx/>
              <a:uFillTx/>
              <a:latin typeface="+mn-lt"/>
              <a:ea typeface="Calibri"/>
              <a:cs typeface="Calibri"/>
            </a:endParaRPr>
          </a:p>
          <a:p>
            <a:pPr defTabSz="914400" eaLnBrk="1" hangingPunct="1">
              <a:lnSpc>
                <a:spcPct val="90000"/>
              </a:lnSpc>
              <a:spcAft>
                <a:spcPts val="600"/>
              </a:spcAft>
              <a:defRPr/>
            </a:pPr>
            <a:r>
              <a:rPr kumimoji="0" lang="en-US" altLang="en-US" sz="2400" b="1" i="0" u="none" strike="noStrike" cap="none" spc="0" normalizeH="0" baseline="0" noProof="0" dirty="0">
                <a:ln>
                  <a:noFill/>
                </a:ln>
                <a:solidFill>
                  <a:srgbClr val="595959"/>
                </a:solidFill>
                <a:effectLst/>
                <a:uLnTx/>
                <a:uFillTx/>
                <a:latin typeface="+mn-lt"/>
              </a:rPr>
              <a:t>A and B are a married couple, A being the male member. </a:t>
            </a:r>
            <a:endParaRPr lang="en-US" altLang="en-US" sz="2400" b="1" dirty="0">
              <a:solidFill>
                <a:srgbClr val="595959"/>
              </a:solidFill>
              <a:latin typeface="+mn-lt"/>
            </a:endParaRPr>
          </a:p>
          <a:p>
            <a:pPr defTabSz="914400">
              <a:lnSpc>
                <a:spcPct val="90000"/>
              </a:lnSpc>
              <a:spcAft>
                <a:spcPts val="600"/>
              </a:spcAft>
              <a:defRPr/>
            </a:pPr>
            <a:endParaRPr lang="en-US" altLang="en-US" sz="2400" b="1" dirty="0">
              <a:solidFill>
                <a:srgbClr val="595959"/>
              </a:solidFill>
              <a:latin typeface="+mn-lt"/>
            </a:endParaRPr>
          </a:p>
          <a:p>
            <a:pPr defTabSz="914400">
              <a:lnSpc>
                <a:spcPct val="90000"/>
              </a:lnSpc>
              <a:spcAft>
                <a:spcPts val="600"/>
              </a:spcAft>
              <a:defRPr/>
            </a:pPr>
            <a:r>
              <a:rPr kumimoji="0" lang="en-US" altLang="en-US" sz="2400" b="1" i="0" u="none" strike="noStrike" cap="none" spc="0" normalizeH="0" baseline="0" noProof="0">
                <a:ln>
                  <a:noFill/>
                </a:ln>
                <a:solidFill>
                  <a:srgbClr val="595959"/>
                </a:solidFill>
                <a:effectLst/>
                <a:uLnTx/>
                <a:uFillTx/>
                <a:latin typeface="+mn-lt"/>
              </a:rPr>
              <a:t>D is the </a:t>
            </a:r>
            <a:r>
              <a:rPr kumimoji="0" lang="en-US" altLang="en-US" sz="2400" b="1" i="0" u="none" strike="noStrike" cap="none" spc="0" normalizeH="0" baseline="0" noProof="0" dirty="0">
                <a:ln>
                  <a:noFill/>
                </a:ln>
                <a:solidFill>
                  <a:srgbClr val="595959"/>
                </a:solidFill>
                <a:effectLst/>
                <a:uLnTx/>
                <a:uFillTx/>
                <a:latin typeface="+mn-lt"/>
              </a:rPr>
              <a:t>only son of C, who is the brother of A. </a:t>
            </a:r>
            <a:endParaRPr lang="en-US" altLang="en-US" sz="2400" b="1">
              <a:solidFill>
                <a:srgbClr val="595959"/>
              </a:solidFill>
              <a:latin typeface="+mn-lt"/>
            </a:endParaRPr>
          </a:p>
          <a:p>
            <a:pPr defTabSz="914400">
              <a:lnSpc>
                <a:spcPct val="90000"/>
              </a:lnSpc>
              <a:spcAft>
                <a:spcPts val="600"/>
              </a:spcAft>
              <a:defRPr/>
            </a:pPr>
            <a:endParaRPr lang="en-US" altLang="en-US" sz="2400" b="1" dirty="0">
              <a:solidFill>
                <a:srgbClr val="595959"/>
              </a:solidFill>
              <a:latin typeface="+mn-lt"/>
            </a:endParaRPr>
          </a:p>
          <a:p>
            <a:pPr defTabSz="914400">
              <a:lnSpc>
                <a:spcPct val="90000"/>
              </a:lnSpc>
              <a:spcAft>
                <a:spcPts val="600"/>
              </a:spcAft>
              <a:defRPr/>
            </a:pPr>
            <a:r>
              <a:rPr kumimoji="0" lang="en-US" altLang="en-US" sz="2400" b="1" i="0" u="none" strike="noStrike" cap="none" spc="0" normalizeH="0" baseline="0" noProof="0" dirty="0">
                <a:ln>
                  <a:noFill/>
                </a:ln>
                <a:solidFill>
                  <a:srgbClr val="595959"/>
                </a:solidFill>
                <a:effectLst/>
                <a:uLnTx/>
                <a:uFillTx/>
                <a:latin typeface="+mn-lt"/>
              </a:rPr>
              <a:t>E is the sister of D. B is the daughter-in-law of F, whose husband has died. </a:t>
            </a:r>
            <a:endParaRPr lang="en-US" altLang="en-US" sz="2400" b="1">
              <a:solidFill>
                <a:srgbClr val="595959"/>
              </a:solidFill>
              <a:latin typeface="+mn-lt"/>
            </a:endParaRPr>
          </a:p>
          <a:p>
            <a:pPr defTabSz="914400">
              <a:lnSpc>
                <a:spcPct val="90000"/>
              </a:lnSpc>
              <a:spcAft>
                <a:spcPts val="600"/>
              </a:spcAft>
              <a:defRPr/>
            </a:pPr>
            <a:endParaRPr lang="en-US" altLang="en-US" sz="2400" b="1" dirty="0">
              <a:solidFill>
                <a:srgbClr val="595959"/>
              </a:solidFill>
              <a:latin typeface="+mn-lt"/>
            </a:endParaRPr>
          </a:p>
          <a:p>
            <a:pPr marL="0" marR="0" lvl="0" defTabSz="914400">
              <a:lnSpc>
                <a:spcPct val="90000"/>
              </a:lnSpc>
              <a:spcBef>
                <a:spcPct val="0"/>
              </a:spcBef>
              <a:spcAft>
                <a:spcPts val="600"/>
              </a:spcAft>
              <a:buClrTx/>
              <a:buSzTx/>
              <a:tabLst/>
              <a:defRPr/>
            </a:pPr>
            <a:r>
              <a:rPr kumimoji="0" lang="en-US" altLang="en-US" sz="2400" b="1" i="0" u="none" strike="noStrike" cap="none" spc="0" normalizeH="0" baseline="0" noProof="0" dirty="0">
                <a:ln>
                  <a:noFill/>
                </a:ln>
                <a:solidFill>
                  <a:srgbClr val="595959"/>
                </a:solidFill>
                <a:effectLst/>
                <a:uLnTx/>
                <a:uFillTx/>
                <a:latin typeface="+mn-lt"/>
              </a:rPr>
              <a:t>How is E related to C ? </a:t>
            </a:r>
            <a:endParaRPr lang="en-US" altLang="en-US" sz="2400" b="1" i="0" u="none" strike="noStrike" cap="none" spc="0" normalizeH="0" baseline="0" noProof="0">
              <a:ln>
                <a:noFill/>
              </a:ln>
              <a:solidFill>
                <a:srgbClr val="595959"/>
              </a:solidFill>
              <a:effectLst/>
              <a:uLnTx/>
              <a:uFillTx/>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a:ln>
                <a:noFill/>
              </a:ln>
              <a:solidFill>
                <a:srgbClr val="595959"/>
              </a:solidFill>
              <a:effectLst/>
              <a:latin typeface="+mn-lt"/>
            </a:endParaRPr>
          </a:p>
        </p:txBody>
      </p:sp>
      <p:graphicFrame>
        <p:nvGraphicFramePr>
          <p:cNvPr id="7" name="Content Placeholder 6">
            <a:extLst>
              <a:ext uri="{FF2B5EF4-FFF2-40B4-BE49-F238E27FC236}">
                <a16:creationId xmlns:a16="http://schemas.microsoft.com/office/drawing/2014/main" id="{0420515D-F8FC-6AB8-1BCB-77C4FE9E4786}"/>
              </a:ext>
            </a:extLst>
          </p:cNvPr>
          <p:cNvGraphicFramePr>
            <a:graphicFrameLocks noGrp="1"/>
          </p:cNvGraphicFramePr>
          <p:nvPr>
            <p:ph idx="1"/>
            <p:extLst>
              <p:ext uri="{D42A27DB-BD31-4B8C-83A1-F6EECF244321}">
                <p14:modId xmlns:p14="http://schemas.microsoft.com/office/powerpoint/2010/main" val="576922761"/>
              </p:ext>
            </p:extLst>
          </p:nvPr>
        </p:nvGraphicFramePr>
        <p:xfrm>
          <a:off x="493755" y="2164962"/>
          <a:ext cx="3597792" cy="2161756"/>
        </p:xfrm>
        <a:graphic>
          <a:graphicData uri="http://schemas.openxmlformats.org/drawingml/2006/table">
            <a:tbl>
              <a:tblPr>
                <a:solidFill>
                  <a:schemeClr val="bg1"/>
                </a:solidFill>
              </a:tblPr>
              <a:tblGrid>
                <a:gridCol w="1776283">
                  <a:extLst>
                    <a:ext uri="{9D8B030D-6E8A-4147-A177-3AD203B41FA5}">
                      <a16:colId xmlns:a16="http://schemas.microsoft.com/office/drawing/2014/main" val="3474364029"/>
                    </a:ext>
                  </a:extLst>
                </a:gridCol>
                <a:gridCol w="1821509">
                  <a:extLst>
                    <a:ext uri="{9D8B030D-6E8A-4147-A177-3AD203B41FA5}">
                      <a16:colId xmlns:a16="http://schemas.microsoft.com/office/drawing/2014/main" val="567267960"/>
                    </a:ext>
                  </a:extLst>
                </a:gridCol>
              </a:tblGrid>
              <a:tr h="1080878">
                <a:tc>
                  <a:txBody>
                    <a:bodyPr/>
                    <a:lstStyle/>
                    <a:p>
                      <a:pPr>
                        <a:lnSpc>
                          <a:spcPts val="1650"/>
                        </a:lnSpc>
                        <a:buNone/>
                      </a:pPr>
                      <a:r>
                        <a:rPr lang="en-IN" sz="2400" cap="none" spc="0">
                          <a:solidFill>
                            <a:schemeClr val="tx1"/>
                          </a:solidFill>
                          <a:effectLst/>
                        </a:rPr>
                        <a:t>A) Sister</a:t>
                      </a:r>
                    </a:p>
                  </a:txBody>
                  <a:tcPr marL="201474" marR="193725" marT="154980" marB="154980"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nSpc>
                          <a:spcPts val="1650"/>
                        </a:lnSpc>
                        <a:buNone/>
                      </a:pPr>
                      <a:r>
                        <a:rPr lang="en-IN" sz="2400" cap="none" spc="0">
                          <a:solidFill>
                            <a:schemeClr val="tx1"/>
                          </a:solidFill>
                          <a:effectLst/>
                        </a:rPr>
                        <a:t>B)Daughter</a:t>
                      </a:r>
                    </a:p>
                  </a:txBody>
                  <a:tcPr marL="201474" marR="129150" marT="154980" marB="154980"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883430910"/>
                  </a:ext>
                </a:extLst>
              </a:tr>
              <a:tr h="1080878">
                <a:tc>
                  <a:txBody>
                    <a:bodyPr/>
                    <a:lstStyle/>
                    <a:p>
                      <a:pPr>
                        <a:lnSpc>
                          <a:spcPts val="1650"/>
                        </a:lnSpc>
                        <a:buNone/>
                      </a:pPr>
                      <a:r>
                        <a:rPr lang="en-IN" sz="2400" cap="none" spc="0">
                          <a:solidFill>
                            <a:schemeClr val="tx1"/>
                          </a:solidFill>
                          <a:effectLst/>
                        </a:rPr>
                        <a:t>C) Cousin</a:t>
                      </a:r>
                    </a:p>
                  </a:txBody>
                  <a:tcPr marL="201474" marR="193725" marT="154980" marB="154980"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lnSpc>
                          <a:spcPts val="1650"/>
                        </a:lnSpc>
                        <a:buNone/>
                      </a:pPr>
                      <a:r>
                        <a:rPr lang="en-IN" sz="2400" cap="none" spc="0">
                          <a:solidFill>
                            <a:schemeClr val="tx1"/>
                          </a:solidFill>
                          <a:effectLst/>
                        </a:rPr>
                        <a:t>D) Mother</a:t>
                      </a:r>
                    </a:p>
                  </a:txBody>
                  <a:tcPr marL="201474" marR="129150" marT="154980" marB="154980"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905559813"/>
                  </a:ext>
                </a:extLst>
              </a:tr>
            </a:tbl>
          </a:graphicData>
        </a:graphic>
      </p:graphicFrame>
    </p:spTree>
    <p:extLst>
      <p:ext uri="{BB962C8B-B14F-4D97-AF65-F5344CB8AC3E}">
        <p14:creationId xmlns:p14="http://schemas.microsoft.com/office/powerpoint/2010/main" val="4022680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BF2D53-4A57-D401-BE9D-AF093689BE41}"/>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8DDA986-B6EE-4642-AC60-0490373E6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0B62878-12EF-4E97-A284-47BAFC30D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D79188D-1ED5-4705-B8C7-5D6FB7670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635" y="685800"/>
            <a:ext cx="8100729"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29633A87-2168-BC45-D1AE-3BAFCC0063AD}"/>
              </a:ext>
            </a:extLst>
          </p:cNvPr>
          <p:cNvSpPr>
            <a:spLocks noChangeArrowheads="1"/>
          </p:cNvSpPr>
          <p:nvPr/>
        </p:nvSpPr>
        <p:spPr bwMode="auto">
          <a:xfrm>
            <a:off x="1212040" y="1716870"/>
            <a:ext cx="6719919" cy="316948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b="1" dirty="0">
                <a:solidFill>
                  <a:schemeClr val="tx1">
                    <a:lumMod val="65000"/>
                    <a:lumOff val="35000"/>
                  </a:schemeClr>
                </a:solidFill>
                <a:latin typeface="+mn-lt"/>
              </a:rPr>
              <a:t>Answer:</a:t>
            </a:r>
            <a:r>
              <a:rPr lang="en-US" dirty="0">
                <a:solidFill>
                  <a:schemeClr val="tx1">
                    <a:lumMod val="65000"/>
                    <a:lumOff val="35000"/>
                  </a:schemeClr>
                </a:solidFill>
                <a:latin typeface="+mn-lt"/>
              </a:rPr>
              <a:t> B) Daughter</a:t>
            </a:r>
            <a:br>
              <a:rPr lang="en-US" dirty="0">
                <a:latin typeface="+mn-lt"/>
              </a:rPr>
            </a:br>
            <a:br>
              <a:rPr lang="en-US" dirty="0">
                <a:latin typeface="+mn-lt"/>
              </a:rPr>
            </a:br>
            <a:r>
              <a:rPr lang="en-US" b="1" dirty="0">
                <a:solidFill>
                  <a:schemeClr val="tx1">
                    <a:lumMod val="65000"/>
                    <a:lumOff val="35000"/>
                  </a:schemeClr>
                </a:solidFill>
                <a:latin typeface="+mn-lt"/>
              </a:rPr>
              <a:t>Explanation:</a:t>
            </a:r>
            <a:br>
              <a:rPr lang="en-US" dirty="0">
                <a:latin typeface="+mn-lt"/>
              </a:rPr>
            </a:br>
            <a:endParaRPr lang="en-US"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r>
              <a:rPr lang="en-US" dirty="0">
                <a:solidFill>
                  <a:schemeClr val="tx1">
                    <a:lumMod val="65000"/>
                    <a:lumOff val="35000"/>
                  </a:schemeClr>
                </a:solidFill>
                <a:latin typeface="+mn-lt"/>
              </a:rPr>
              <a:t>A is a male and married to B. So, A is the husband and B is the wife. C is the brother of A. D is the son of C. E. who is the sister of D will be the daughter of C. B is the daughter-in-law of F whose husband has died means F is the mother of A. </a:t>
            </a:r>
            <a:endParaRPr lang="en-US"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endParaRPr lang="en-US"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r>
              <a:rPr lang="en-US" dirty="0">
                <a:solidFill>
                  <a:schemeClr val="tx1">
                    <a:lumMod val="65000"/>
                    <a:lumOff val="35000"/>
                  </a:schemeClr>
                </a:solidFill>
                <a:latin typeface="+mn-lt"/>
              </a:rPr>
              <a:t>Clearly. E is the daughter of C. </a:t>
            </a:r>
            <a:endParaRPr lang="en-US" dirty="0">
              <a:solidFill>
                <a:schemeClr val="tx1">
                  <a:lumMod val="65000"/>
                  <a:lumOff val="35000"/>
                </a:schemeClr>
              </a:solidFill>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lang="en-US" altLang="en-US" b="0" i="0" u="none" strike="noStrike" cap="none" normalizeH="0" baseline="0" dirty="0">
              <a:ln>
                <a:noFill/>
              </a:ln>
              <a:solidFill>
                <a:schemeClr val="tx1">
                  <a:lumMod val="65000"/>
                  <a:lumOff val="35000"/>
                </a:schemeClr>
              </a:solidFill>
              <a:effectLst/>
              <a:latin typeface="+mn-lt"/>
              <a:ea typeface="Calibri"/>
              <a:cs typeface="Calibri"/>
            </a:endParaRPr>
          </a:p>
        </p:txBody>
      </p:sp>
    </p:spTree>
    <p:extLst>
      <p:ext uri="{BB962C8B-B14F-4D97-AF65-F5344CB8AC3E}">
        <p14:creationId xmlns:p14="http://schemas.microsoft.com/office/powerpoint/2010/main" val="1070628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D1287C-D2E3-0B03-C69C-733B20B44A31}"/>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6075" y="-1"/>
            <a:ext cx="7817925"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8" name="Rectangle 3">
            <a:extLst>
              <a:ext uri="{FF2B5EF4-FFF2-40B4-BE49-F238E27FC236}">
                <a16:creationId xmlns:a16="http://schemas.microsoft.com/office/drawing/2014/main" id="{7451D55F-376B-A1E8-CADC-A8D9E27CA405}"/>
              </a:ext>
            </a:extLst>
          </p:cNvPr>
          <p:cNvSpPr>
            <a:spLocks noChangeArrowheads="1"/>
          </p:cNvSpPr>
          <p:nvPr/>
        </p:nvSpPr>
        <p:spPr bwMode="auto">
          <a:xfrm>
            <a:off x="4000455" y="573002"/>
            <a:ext cx="4741435" cy="412114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dirty="0">
                <a:latin typeface="+mn-lt"/>
              </a:rPr>
              <a:t>(</a:t>
            </a:r>
            <a:r>
              <a:rPr lang="en-US" sz="2000" dirty="0" err="1">
                <a:latin typeface="+mn-lt"/>
              </a:rPr>
              <a:t>i</a:t>
            </a:r>
            <a:r>
              <a:rPr lang="en-US" sz="2000" dirty="0">
                <a:latin typeface="+mn-lt"/>
              </a:rPr>
              <a:t>) In a family of six persons A, B, C, D, E and F, there are two married couples. </a:t>
            </a:r>
            <a:endParaRPr lang="en-US" sz="2000" dirty="0">
              <a:cs typeface="Arial"/>
            </a:endParaRPr>
          </a:p>
          <a:p>
            <a:pPr defTabSz="914400">
              <a:lnSpc>
                <a:spcPct val="90000"/>
              </a:lnSpc>
              <a:spcAft>
                <a:spcPts val="600"/>
              </a:spcAft>
            </a:pPr>
            <a:endParaRPr lang="en-US" sz="2000" dirty="0">
              <a:latin typeface="+mn-lt"/>
            </a:endParaRPr>
          </a:p>
          <a:p>
            <a:pPr defTabSz="914400" eaLnBrk="1" hangingPunct="1">
              <a:lnSpc>
                <a:spcPct val="90000"/>
              </a:lnSpc>
              <a:spcAft>
                <a:spcPts val="600"/>
              </a:spcAft>
            </a:pPr>
            <a:r>
              <a:rPr lang="en-US" sz="2000" dirty="0">
                <a:latin typeface="+mn-lt"/>
              </a:rPr>
              <a:t>(ii) D is grandmother of A and mother of B. </a:t>
            </a:r>
            <a:endParaRPr lang="en-US" sz="2000" dirty="0">
              <a:latin typeface="+mn-lt"/>
              <a:ea typeface="Calibri"/>
              <a:cs typeface="Calibri"/>
            </a:endParaRPr>
          </a:p>
          <a:p>
            <a:pPr defTabSz="914400">
              <a:lnSpc>
                <a:spcPct val="90000"/>
              </a:lnSpc>
              <a:spcAft>
                <a:spcPts val="600"/>
              </a:spcAft>
            </a:pPr>
            <a:endParaRPr lang="en-US" sz="2000" dirty="0">
              <a:latin typeface="+mn-lt"/>
            </a:endParaRPr>
          </a:p>
          <a:p>
            <a:pPr defTabSz="914400" eaLnBrk="1" hangingPunct="1">
              <a:lnSpc>
                <a:spcPct val="90000"/>
              </a:lnSpc>
              <a:spcAft>
                <a:spcPts val="600"/>
              </a:spcAft>
            </a:pPr>
            <a:r>
              <a:rPr lang="en-US" sz="2000" dirty="0">
                <a:latin typeface="+mn-lt"/>
              </a:rPr>
              <a:t>(iii) C is wife of B and mother of F. </a:t>
            </a:r>
            <a:endParaRPr lang="en-US" sz="2000" dirty="0">
              <a:latin typeface="+mn-lt"/>
              <a:ea typeface="Calibri"/>
              <a:cs typeface="Calibri"/>
            </a:endParaRPr>
          </a:p>
          <a:p>
            <a:pPr defTabSz="914400">
              <a:lnSpc>
                <a:spcPct val="90000"/>
              </a:lnSpc>
              <a:spcAft>
                <a:spcPts val="600"/>
              </a:spcAft>
            </a:pPr>
            <a:endParaRPr lang="en-US" sz="2000" dirty="0">
              <a:latin typeface="+mn-lt"/>
            </a:endParaRPr>
          </a:p>
          <a:p>
            <a:pPr defTabSz="914400" eaLnBrk="1" hangingPunct="1">
              <a:lnSpc>
                <a:spcPct val="90000"/>
              </a:lnSpc>
              <a:spcAft>
                <a:spcPts val="600"/>
              </a:spcAft>
            </a:pPr>
            <a:r>
              <a:rPr lang="en-US" sz="2000" dirty="0">
                <a:latin typeface="+mn-lt"/>
              </a:rPr>
              <a:t>(iv) F is the </a:t>
            </a:r>
            <a:r>
              <a:rPr lang="en-US" sz="2000" dirty="0" err="1">
                <a:latin typeface="+mn-lt"/>
              </a:rPr>
              <a:t>grand daughter</a:t>
            </a:r>
            <a:r>
              <a:rPr lang="en-US" sz="2000" dirty="0">
                <a:latin typeface="+mn-lt"/>
              </a:rPr>
              <a:t> of E.  </a:t>
            </a:r>
            <a:endParaRPr lang="en-US" sz="2000">
              <a:latin typeface="+mn-lt"/>
              <a:ea typeface="Calibri"/>
              <a:cs typeface="Calibri"/>
            </a:endParaRPr>
          </a:p>
          <a:p>
            <a:pPr defTabSz="914400">
              <a:lnSpc>
                <a:spcPct val="90000"/>
              </a:lnSpc>
              <a:spcAft>
                <a:spcPts val="600"/>
              </a:spcAft>
            </a:pPr>
            <a:endParaRPr lang="en-US" sz="2000" dirty="0">
              <a:latin typeface="+mn-lt"/>
              <a:ea typeface="Calibri"/>
              <a:cs typeface="Calibri"/>
            </a:endParaRPr>
          </a:p>
          <a:p>
            <a:pPr defTabSz="914400" eaLnBrk="1" hangingPunct="1">
              <a:lnSpc>
                <a:spcPct val="90000"/>
              </a:lnSpc>
              <a:spcAft>
                <a:spcPts val="600"/>
              </a:spcAft>
            </a:pPr>
            <a:r>
              <a:rPr lang="en-US" sz="2000" dirty="0">
                <a:latin typeface="+mn-lt"/>
              </a:rPr>
              <a:t>Who among the following is one of the couples ? </a:t>
            </a:r>
            <a:endParaRPr lang="en-US" altLang="en-US" sz="2000" b="0" i="0" u="none" strike="noStrike" cap="none" normalizeH="0" baseline="0">
              <a:ln>
                <a:noFill/>
              </a:ln>
              <a:effectLst/>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a:ln>
                <a:noFill/>
              </a:ln>
              <a:effectLst/>
              <a:latin typeface="+mn-lt"/>
            </a:endParaRPr>
          </a:p>
        </p:txBody>
      </p:sp>
      <p:graphicFrame>
        <p:nvGraphicFramePr>
          <p:cNvPr id="2" name="Table 1">
            <a:extLst>
              <a:ext uri="{FF2B5EF4-FFF2-40B4-BE49-F238E27FC236}">
                <a16:creationId xmlns:a16="http://schemas.microsoft.com/office/drawing/2014/main" id="{22CD30EF-0231-0746-DEB4-E3604238E272}"/>
              </a:ext>
            </a:extLst>
          </p:cNvPr>
          <p:cNvGraphicFramePr>
            <a:graphicFrameLocks noGrp="1"/>
          </p:cNvGraphicFramePr>
          <p:nvPr>
            <p:extLst>
              <p:ext uri="{D42A27DB-BD31-4B8C-83A1-F6EECF244321}">
                <p14:modId xmlns:p14="http://schemas.microsoft.com/office/powerpoint/2010/main" val="2090915955"/>
              </p:ext>
            </p:extLst>
          </p:nvPr>
        </p:nvGraphicFramePr>
        <p:xfrm>
          <a:off x="389923" y="4165310"/>
          <a:ext cx="4223846" cy="2002378"/>
        </p:xfrm>
        <a:graphic>
          <a:graphicData uri="http://schemas.openxmlformats.org/drawingml/2006/table">
            <a:tbl>
              <a:tblPr/>
              <a:tblGrid>
                <a:gridCol w="1171317">
                  <a:extLst>
                    <a:ext uri="{9D8B030D-6E8A-4147-A177-3AD203B41FA5}">
                      <a16:colId xmlns:a16="http://schemas.microsoft.com/office/drawing/2014/main" val="2119363829"/>
                    </a:ext>
                  </a:extLst>
                </a:gridCol>
                <a:gridCol w="3052529">
                  <a:extLst>
                    <a:ext uri="{9D8B030D-6E8A-4147-A177-3AD203B41FA5}">
                      <a16:colId xmlns:a16="http://schemas.microsoft.com/office/drawing/2014/main" val="1081445513"/>
                    </a:ext>
                  </a:extLst>
                </a:gridCol>
              </a:tblGrid>
              <a:tr h="1001189">
                <a:tc>
                  <a:txBody>
                    <a:bodyPr/>
                    <a:lstStyle/>
                    <a:p>
                      <a:pPr>
                        <a:lnSpc>
                          <a:spcPts val="1650"/>
                        </a:lnSpc>
                        <a:buNone/>
                      </a:pPr>
                      <a:r>
                        <a:rPr lang="en-IN" sz="2900" dirty="0">
                          <a:effectLst/>
                        </a:rPr>
                        <a:t>A) CD</a:t>
                      </a:r>
                    </a:p>
                  </a:txBody>
                  <a:tcPr marL="122895" marR="184343" marT="122895" marB="122895" anchor="ctr">
                    <a:lnL>
                      <a:noFill/>
                    </a:lnL>
                    <a:lnR>
                      <a:noFill/>
                    </a:lnR>
                    <a:lnT>
                      <a:noFill/>
                    </a:lnT>
                    <a:lnB>
                      <a:noFill/>
                    </a:lnB>
                    <a:solidFill>
                      <a:srgbClr val="FFFFFF"/>
                    </a:solidFill>
                  </a:tcPr>
                </a:tc>
                <a:tc>
                  <a:txBody>
                    <a:bodyPr/>
                    <a:lstStyle/>
                    <a:p>
                      <a:pPr>
                        <a:lnSpc>
                          <a:spcPts val="1650"/>
                        </a:lnSpc>
                        <a:buNone/>
                      </a:pPr>
                      <a:r>
                        <a:rPr lang="en-IN" sz="2900" dirty="0">
                          <a:effectLst/>
                        </a:rPr>
                        <a:t>B) DE</a:t>
                      </a:r>
                    </a:p>
                  </a:txBody>
                  <a:tcPr marL="122895" marR="122895" marT="122895" marB="122895" anchor="ctr">
                    <a:lnL>
                      <a:noFill/>
                    </a:lnL>
                    <a:lnR>
                      <a:noFill/>
                    </a:lnR>
                    <a:lnT>
                      <a:noFill/>
                    </a:lnT>
                    <a:lnB>
                      <a:noFill/>
                    </a:lnB>
                    <a:solidFill>
                      <a:srgbClr val="FFFFFF"/>
                    </a:solidFill>
                  </a:tcPr>
                </a:tc>
                <a:extLst>
                  <a:ext uri="{0D108BD9-81ED-4DB2-BD59-A6C34878D82A}">
                    <a16:rowId xmlns:a16="http://schemas.microsoft.com/office/drawing/2014/main" val="2760890776"/>
                  </a:ext>
                </a:extLst>
              </a:tr>
              <a:tr h="1001189">
                <a:tc>
                  <a:txBody>
                    <a:bodyPr/>
                    <a:lstStyle/>
                    <a:p>
                      <a:pPr>
                        <a:lnSpc>
                          <a:spcPts val="1650"/>
                        </a:lnSpc>
                        <a:buNone/>
                      </a:pPr>
                      <a:r>
                        <a:rPr lang="en-IN" sz="2900" dirty="0">
                          <a:effectLst/>
                        </a:rPr>
                        <a:t>C) EB</a:t>
                      </a:r>
                    </a:p>
                  </a:txBody>
                  <a:tcPr marL="122895" marR="184343" marT="122895" marB="122895" anchor="ctr">
                    <a:lnL>
                      <a:noFill/>
                    </a:lnL>
                    <a:lnR>
                      <a:noFill/>
                    </a:lnR>
                    <a:lnT>
                      <a:noFill/>
                    </a:lnT>
                    <a:lnB>
                      <a:noFill/>
                    </a:lnB>
                    <a:solidFill>
                      <a:srgbClr val="FFFFFF"/>
                    </a:solidFill>
                  </a:tcPr>
                </a:tc>
                <a:tc>
                  <a:txBody>
                    <a:bodyPr/>
                    <a:lstStyle/>
                    <a:p>
                      <a:pPr>
                        <a:lnSpc>
                          <a:spcPts val="1650"/>
                        </a:lnSpc>
                        <a:buNone/>
                      </a:pPr>
                      <a:r>
                        <a:rPr lang="en-IN" sz="2900" dirty="0">
                          <a:effectLst/>
                        </a:rPr>
                        <a:t>D) none of these</a:t>
                      </a:r>
                    </a:p>
                  </a:txBody>
                  <a:tcPr marL="122895" marR="122895" marT="122895" marB="122895" anchor="ctr">
                    <a:lnL>
                      <a:noFill/>
                    </a:lnL>
                    <a:lnR>
                      <a:noFill/>
                    </a:lnR>
                    <a:lnT>
                      <a:noFill/>
                    </a:lnT>
                    <a:lnB>
                      <a:noFill/>
                    </a:lnB>
                    <a:solidFill>
                      <a:srgbClr val="FFFFFF"/>
                    </a:solidFill>
                  </a:tcPr>
                </a:tc>
                <a:extLst>
                  <a:ext uri="{0D108BD9-81ED-4DB2-BD59-A6C34878D82A}">
                    <a16:rowId xmlns:a16="http://schemas.microsoft.com/office/drawing/2014/main" val="1419115736"/>
                  </a:ext>
                </a:extLst>
              </a:tr>
            </a:tbl>
          </a:graphicData>
        </a:graphic>
      </p:graphicFrame>
    </p:spTree>
    <p:extLst>
      <p:ext uri="{BB962C8B-B14F-4D97-AF65-F5344CB8AC3E}">
        <p14:creationId xmlns:p14="http://schemas.microsoft.com/office/powerpoint/2010/main" val="2341691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6F604D-9E5A-59DB-44DD-C773221B70F3}"/>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3">
            <a:extLst>
              <a:ext uri="{FF2B5EF4-FFF2-40B4-BE49-F238E27FC236}">
                <a16:creationId xmlns:a16="http://schemas.microsoft.com/office/drawing/2014/main" id="{B3C75462-0B94-1C7F-9E85-DDCC809132AD}"/>
              </a:ext>
            </a:extLst>
          </p:cNvPr>
          <p:cNvSpPr>
            <a:spLocks noChangeArrowheads="1"/>
          </p:cNvSpPr>
          <p:nvPr/>
        </p:nvSpPr>
        <p:spPr bwMode="auto">
          <a:xfrm>
            <a:off x="1468490" y="2061062"/>
            <a:ext cx="6207019" cy="332003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br>
              <a:rPr lang="en-US" dirty="0">
                <a:latin typeface="+mn-lt"/>
              </a:rPr>
            </a:br>
            <a:br>
              <a:rPr lang="en-US" dirty="0">
                <a:latin typeface="+mn-lt"/>
              </a:rPr>
            </a:br>
            <a:r>
              <a:rPr lang="en-US" b="1" dirty="0">
                <a:solidFill>
                  <a:schemeClr val="tx1">
                    <a:lumMod val="85000"/>
                    <a:lumOff val="15000"/>
                  </a:schemeClr>
                </a:solidFill>
                <a:latin typeface="+mn-lt"/>
              </a:rPr>
              <a:t>Explanation:</a:t>
            </a:r>
            <a:br>
              <a:rPr lang="en-US" dirty="0">
                <a:latin typeface="+mn-lt"/>
              </a:rPr>
            </a:br>
            <a:endParaRPr lang="en-US">
              <a:solidFill>
                <a:schemeClr val="tx1">
                  <a:lumMod val="85000"/>
                  <a:lumOff val="15000"/>
                </a:schemeClr>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dirty="0">
                <a:solidFill>
                  <a:schemeClr val="tx1">
                    <a:lumMod val="85000"/>
                    <a:lumOff val="15000"/>
                  </a:schemeClr>
                </a:solidFill>
                <a:latin typeface="+mn-lt"/>
              </a:rPr>
              <a:t>C is wife of B. So, one couple is BC. Now, D in grandmother of A, B is the son of D and his wife C is the mother of F. SO, D is also the grandmother of F But F is the granddaughter of E. </a:t>
            </a:r>
            <a:endParaRPr lang="en-US">
              <a:solidFill>
                <a:schemeClr val="tx1">
                  <a:lumMod val="85000"/>
                  <a:lumOff val="15000"/>
                </a:schemeClr>
              </a:solidFill>
              <a:latin typeface="+mn-lt"/>
              <a:ea typeface="Calibri"/>
              <a:cs typeface="Calibri"/>
            </a:endParaRPr>
          </a:p>
          <a:p>
            <a:pPr indent="-228600" defTabSz="914400">
              <a:lnSpc>
                <a:spcPct val="90000"/>
              </a:lnSpc>
              <a:spcAft>
                <a:spcPts val="600"/>
              </a:spcAft>
              <a:buFont typeface="Arial" panose="020B0604020202020204" pitchFamily="34" charset="0"/>
              <a:buChar char="•"/>
            </a:pPr>
            <a:endParaRPr lang="en-US" dirty="0">
              <a:solidFill>
                <a:schemeClr val="tx1">
                  <a:lumMod val="85000"/>
                  <a:lumOff val="15000"/>
                </a:schemeClr>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dirty="0">
                <a:solidFill>
                  <a:schemeClr val="tx1">
                    <a:lumMod val="85000"/>
                    <a:lumOff val="15000"/>
                  </a:schemeClr>
                </a:solidFill>
                <a:latin typeface="+mn-lt"/>
              </a:rPr>
              <a:t>So, E is the grandfather of F and the husband of D. Thus, DF is another couple </a:t>
            </a:r>
            <a:endParaRPr lang="en-US" dirty="0">
              <a:solidFill>
                <a:schemeClr val="tx1">
                  <a:lumMod val="85000"/>
                  <a:lumOff val="15000"/>
                </a:schemeClr>
              </a:solidFill>
              <a:latin typeface="+mn-lt"/>
              <a:ea typeface="Calibri"/>
              <a:cs typeface="Calibri"/>
            </a:endParaRPr>
          </a:p>
          <a:p>
            <a:pPr marL="0" marR="0" lvl="0" indent="-228600" defTabSz="9144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1700" b="0" i="0" u="none" strike="noStrike" cap="none" normalizeH="0" baseline="0">
              <a:ln>
                <a:noFill/>
              </a:ln>
              <a:solidFill>
                <a:schemeClr val="tx1">
                  <a:lumMod val="85000"/>
                  <a:lumOff val="15000"/>
                </a:schemeClr>
              </a:solidFill>
              <a:effectLst/>
              <a:latin typeface="+mn-lt"/>
            </a:endParaRPr>
          </a:p>
        </p:txBody>
      </p:sp>
      <p:sp>
        <p:nvSpPr>
          <p:cNvPr id="17" name="Freeform: Shape 16">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ECA30BB-CBFF-C204-0EAA-26FE086B6C1E}"/>
              </a:ext>
            </a:extLst>
          </p:cNvPr>
          <p:cNvSpPr txBox="1"/>
          <p:nvPr/>
        </p:nvSpPr>
        <p:spPr>
          <a:xfrm>
            <a:off x="1359243" y="823784"/>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baseline="0">
                <a:solidFill>
                  <a:srgbClr val="262626"/>
                </a:solidFill>
                <a:latin typeface="Calibri"/>
              </a:rPr>
              <a:t>Answer:</a:t>
            </a:r>
            <a:r>
              <a:rPr lang="en-US" sz="1800" baseline="0">
                <a:solidFill>
                  <a:srgbClr val="262626"/>
                </a:solidFill>
                <a:latin typeface="Calibri"/>
              </a:rPr>
              <a:t> D) none of these</a:t>
            </a:r>
            <a:endParaRPr lang="en-US"/>
          </a:p>
          <a:p>
            <a:pPr algn="ctr"/>
            <a:endParaRPr lang="en-US"/>
          </a:p>
        </p:txBody>
      </p:sp>
    </p:spTree>
    <p:extLst>
      <p:ext uri="{BB962C8B-B14F-4D97-AF65-F5344CB8AC3E}">
        <p14:creationId xmlns:p14="http://schemas.microsoft.com/office/powerpoint/2010/main" val="1772059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9BD517-3A1A-6BA5-194F-516D6DC38A9F}"/>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B08A8E33-08B1-3D77-4604-4EC2D5327685}"/>
              </a:ext>
            </a:extLst>
          </p:cNvPr>
          <p:cNvSpPr>
            <a:spLocks noChangeArrowheads="1"/>
          </p:cNvSpPr>
          <p:nvPr/>
        </p:nvSpPr>
        <p:spPr bwMode="auto">
          <a:xfrm>
            <a:off x="628650" y="1929384"/>
            <a:ext cx="7886700" cy="425196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400" dirty="0">
                <a:latin typeface="+mn-lt"/>
              </a:rPr>
              <a:t>If ‘A#B’ means A is father of B, ‘A*B’ means A is brother of B, ‘A@B’ means A is mother of B then which of the following is correct about G@T#P?</a:t>
            </a:r>
            <a:endParaRPr lang="en-US" sz="2400">
              <a:cs typeface="Arial"/>
            </a:endParaRPr>
          </a:p>
          <a:p>
            <a:pPr indent="-228600" defTabSz="914400" eaLnBrk="1" hangingPunct="1">
              <a:lnSpc>
                <a:spcPct val="90000"/>
              </a:lnSpc>
              <a:spcAft>
                <a:spcPts val="600"/>
              </a:spcAft>
              <a:buFont typeface="Arial" panose="020B0604020202020204" pitchFamily="34" charset="0"/>
              <a:buChar char="•"/>
            </a:pPr>
            <a:endParaRPr lang="en-US" sz="2400" dirty="0">
              <a:latin typeface="+mn-lt"/>
              <a:ea typeface="Calibri"/>
              <a:cs typeface="Calibri"/>
            </a:endParaRPr>
          </a:p>
          <a:p>
            <a:pPr defTabSz="914400" eaLnBrk="1" hangingPunct="1">
              <a:lnSpc>
                <a:spcPct val="90000"/>
              </a:lnSpc>
              <a:spcAft>
                <a:spcPts val="600"/>
              </a:spcAft>
            </a:pPr>
            <a:br>
              <a:rPr lang="en-US" sz="2400" dirty="0">
                <a:latin typeface="+mn-lt"/>
              </a:rPr>
            </a:br>
            <a:r>
              <a:rPr lang="en-US" sz="2400" dirty="0">
                <a:latin typeface="+mn-lt"/>
              </a:rPr>
              <a:t>a) G is mother of P</a:t>
            </a:r>
            <a:br>
              <a:rPr lang="en-US" sz="2400" dirty="0">
                <a:latin typeface="+mn-lt"/>
              </a:rPr>
            </a:br>
            <a:r>
              <a:rPr lang="en-US" sz="2400" dirty="0">
                <a:latin typeface="+mn-lt"/>
              </a:rPr>
              <a:t>b) P is father of T</a:t>
            </a:r>
            <a:br>
              <a:rPr lang="en-US" sz="2400" dirty="0">
                <a:latin typeface="+mn-lt"/>
              </a:rPr>
            </a:br>
            <a:r>
              <a:rPr lang="en-US" sz="2400" dirty="0">
                <a:latin typeface="+mn-lt"/>
              </a:rPr>
              <a:t>c) T is son of G</a:t>
            </a:r>
            <a:br>
              <a:rPr lang="en-US" sz="2400" dirty="0">
                <a:latin typeface="+mn-lt"/>
              </a:rPr>
            </a:br>
            <a:r>
              <a:rPr lang="en-US" sz="2400" dirty="0">
                <a:latin typeface="+mn-lt"/>
              </a:rPr>
              <a:t>d) P is brother of T</a:t>
            </a:r>
            <a:endParaRPr lang="en-US" altLang="en-US" sz="2400" b="0" i="0" u="none" strike="noStrike" cap="none" normalizeH="0" baseline="0">
              <a:ln>
                <a:noFill/>
              </a:ln>
              <a:effectLst/>
              <a:latin typeface="+mn-lt"/>
              <a:ea typeface="Calibri"/>
              <a:cs typeface="Calibri"/>
            </a:endParaRPr>
          </a:p>
        </p:txBody>
      </p:sp>
    </p:spTree>
    <p:extLst>
      <p:ext uri="{BB962C8B-B14F-4D97-AF65-F5344CB8AC3E}">
        <p14:creationId xmlns:p14="http://schemas.microsoft.com/office/powerpoint/2010/main" val="1889759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12C4B7-343C-4045-D5A3-4F240E8636F1}"/>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c 16">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Rectangle 3">
            <a:extLst>
              <a:ext uri="{FF2B5EF4-FFF2-40B4-BE49-F238E27FC236}">
                <a16:creationId xmlns:a16="http://schemas.microsoft.com/office/drawing/2014/main" id="{F9F62981-DFB1-2FA6-6BD9-D2A19BCDC993}"/>
              </a:ext>
            </a:extLst>
          </p:cNvPr>
          <p:cNvSpPr>
            <a:spLocks noChangeArrowheads="1"/>
          </p:cNvSpPr>
          <p:nvPr/>
        </p:nvSpPr>
        <p:spPr bwMode="auto">
          <a:xfrm>
            <a:off x="4027614" y="1526033"/>
            <a:ext cx="4152298" cy="393528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endParaRPr lang="en-US" dirty="0">
              <a:latin typeface="Calibri"/>
              <a:ea typeface="Calibri"/>
              <a:cs typeface="Calibri"/>
            </a:endParaRPr>
          </a:p>
          <a:p>
            <a:pPr indent="-228600" defTabSz="914400" eaLnBrk="1" hangingPunct="1">
              <a:lnSpc>
                <a:spcPct val="90000"/>
              </a:lnSpc>
              <a:spcAft>
                <a:spcPts val="600"/>
              </a:spcAft>
              <a:buFont typeface="Arial" panose="020B0604020202020204" pitchFamily="34" charset="0"/>
              <a:buChar char="•"/>
            </a:pPr>
            <a:endParaRPr lang="en-US">
              <a:latin typeface="+mn-lt"/>
            </a:endParaRPr>
          </a:p>
          <a:p>
            <a:pPr defTabSz="914400" eaLnBrk="1" hangingPunct="1">
              <a:lnSpc>
                <a:spcPct val="90000"/>
              </a:lnSpc>
              <a:spcAft>
                <a:spcPts val="600"/>
              </a:spcAft>
            </a:pPr>
            <a:br>
              <a:rPr lang="en-US" dirty="0">
                <a:latin typeface="+mn-lt"/>
              </a:rPr>
            </a:br>
            <a:r>
              <a:rPr lang="en-US" b="1">
                <a:latin typeface="+mn-lt"/>
              </a:rPr>
              <a:t>Explanation: </a:t>
            </a:r>
            <a:endParaRPr lang="en-US">
              <a:latin typeface="+mn-lt"/>
            </a:endParaRPr>
          </a:p>
          <a:p>
            <a:pPr defTabSz="914400">
              <a:lnSpc>
                <a:spcPct val="90000"/>
              </a:lnSpc>
              <a:spcAft>
                <a:spcPts val="600"/>
              </a:spcAft>
            </a:pPr>
            <a:endParaRPr lang="en-US" dirty="0">
              <a:latin typeface="+mn-lt"/>
            </a:endParaRPr>
          </a:p>
          <a:p>
            <a:pPr defTabSz="914400">
              <a:lnSpc>
                <a:spcPct val="90000"/>
              </a:lnSpc>
              <a:spcAft>
                <a:spcPts val="600"/>
              </a:spcAft>
            </a:pPr>
            <a:r>
              <a:rPr lang="en-US" dirty="0">
                <a:latin typeface="+mn-lt"/>
              </a:rPr>
              <a:t>Here, according to the question, G@T means G is mother of T and T#P means T is father of P. So, it is clear that T is son of G.</a:t>
            </a:r>
            <a:endParaRPr lang="en-US">
              <a:latin typeface="+mn-lt"/>
              <a:ea typeface="Calibri"/>
              <a:cs typeface="Calibri"/>
            </a:endParaRPr>
          </a:p>
          <a:p>
            <a:pPr defTabSz="914400">
              <a:lnSpc>
                <a:spcPct val="90000"/>
              </a:lnSpc>
              <a:spcAft>
                <a:spcPts val="600"/>
              </a:spcAft>
            </a:pPr>
            <a:br>
              <a:rPr lang="en-US" dirty="0">
                <a:latin typeface="+mn-lt"/>
              </a:rPr>
            </a:br>
            <a:r>
              <a:rPr lang="en-US" dirty="0">
                <a:latin typeface="+mn-lt"/>
              </a:rPr>
              <a:t>Hence the answer is T is son of G.</a:t>
            </a:r>
            <a:br>
              <a:rPr lang="en-US" dirty="0">
                <a:latin typeface="+mn-lt"/>
              </a:rPr>
            </a:br>
            <a:endParaRPr lang="en-US">
              <a:latin typeface="+mn-lt"/>
              <a:ea typeface="Calibri"/>
              <a:cs typeface="Calibri"/>
            </a:endParaRPr>
          </a:p>
        </p:txBody>
      </p:sp>
      <p:sp>
        <p:nvSpPr>
          <p:cNvPr id="2" name="TextBox 1">
            <a:extLst>
              <a:ext uri="{FF2B5EF4-FFF2-40B4-BE49-F238E27FC236}">
                <a16:creationId xmlns:a16="http://schemas.microsoft.com/office/drawing/2014/main" id="{7DA6AD9F-1E8A-9442-3E8F-53BC2D5054A4}"/>
              </a:ext>
            </a:extLst>
          </p:cNvPr>
          <p:cNvSpPr txBox="1"/>
          <p:nvPr/>
        </p:nvSpPr>
        <p:spPr>
          <a:xfrm>
            <a:off x="1349298" y="3061010"/>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baseline="0" dirty="0">
                <a:solidFill>
                  <a:schemeClr val="bg1"/>
                </a:solidFill>
                <a:latin typeface="Calibri"/>
              </a:rPr>
              <a:t>Answer: c</a:t>
            </a:r>
            <a:endParaRPr lang="en-US" sz="2400" dirty="0">
              <a:solidFill>
                <a:schemeClr val="bg1"/>
              </a:solidFill>
              <a:ea typeface="Calibri"/>
              <a:cs typeface="Calibri"/>
            </a:endParaRPr>
          </a:p>
          <a:p>
            <a:pPr algn="ctr"/>
            <a:endParaRPr lang="en-US"/>
          </a:p>
        </p:txBody>
      </p:sp>
    </p:spTree>
    <p:extLst>
      <p:ext uri="{BB962C8B-B14F-4D97-AF65-F5344CB8AC3E}">
        <p14:creationId xmlns:p14="http://schemas.microsoft.com/office/powerpoint/2010/main" val="976753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94888F-34A1-E66E-ECBA-1CAC6E5CA08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Arc 1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Rectangle 3">
            <a:extLst>
              <a:ext uri="{FF2B5EF4-FFF2-40B4-BE49-F238E27FC236}">
                <a16:creationId xmlns:a16="http://schemas.microsoft.com/office/drawing/2014/main" id="{8DBB4B36-6B24-B4BD-843D-183C23185F7D}"/>
              </a:ext>
            </a:extLst>
          </p:cNvPr>
          <p:cNvSpPr>
            <a:spLocks noChangeArrowheads="1"/>
          </p:cNvSpPr>
          <p:nvPr/>
        </p:nvSpPr>
        <p:spPr bwMode="auto">
          <a:xfrm>
            <a:off x="885128" y="1256913"/>
            <a:ext cx="7886700" cy="43513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a:latin typeface="+mn-lt"/>
              </a:rPr>
              <a:t> Rahul is brother of Nilesh. Diva is daughter of Nilesh. Parul who is daughter of Rahul is married to Kapil. Ankita is sister of Nilesh. What is the relation between Ankita and Parul?</a:t>
            </a:r>
            <a:endParaRPr lang="en-US" sz="2000">
              <a:cs typeface="Arial"/>
            </a:endParaRPr>
          </a:p>
          <a:p>
            <a:pPr defTabSz="914400" eaLnBrk="1" hangingPunct="1">
              <a:lnSpc>
                <a:spcPct val="90000"/>
              </a:lnSpc>
              <a:spcAft>
                <a:spcPts val="600"/>
              </a:spcAft>
            </a:pPr>
            <a:endParaRPr lang="en-US" sz="2000" dirty="0">
              <a:latin typeface="+mn-lt"/>
              <a:ea typeface="Calibri"/>
              <a:cs typeface="Calibri"/>
            </a:endParaRPr>
          </a:p>
          <a:p>
            <a:pPr defTabSz="914400">
              <a:lnSpc>
                <a:spcPct val="90000"/>
              </a:lnSpc>
              <a:spcAft>
                <a:spcPts val="600"/>
              </a:spcAft>
            </a:pPr>
            <a:br>
              <a:rPr lang="en-US" sz="2000" dirty="0">
                <a:latin typeface="+mn-lt"/>
              </a:rPr>
            </a:br>
            <a:r>
              <a:rPr lang="en-US" sz="2000" dirty="0">
                <a:latin typeface="+mn-lt"/>
              </a:rPr>
              <a:t>a) Sister</a:t>
            </a:r>
            <a:br>
              <a:rPr lang="en-US" sz="2000" dirty="0">
                <a:latin typeface="+mn-lt"/>
              </a:rPr>
            </a:br>
            <a:r>
              <a:rPr lang="en-US" sz="2000" dirty="0">
                <a:latin typeface="+mn-lt"/>
              </a:rPr>
              <a:t>b) Aunt</a:t>
            </a:r>
            <a:br>
              <a:rPr lang="en-US" sz="2000" dirty="0">
                <a:latin typeface="+mn-lt"/>
              </a:rPr>
            </a:br>
            <a:r>
              <a:rPr lang="en-US" sz="2000" dirty="0">
                <a:latin typeface="+mn-lt"/>
              </a:rPr>
              <a:t>c) Mother</a:t>
            </a:r>
            <a:br>
              <a:rPr lang="en-US" sz="2000" dirty="0">
                <a:latin typeface="+mn-lt"/>
              </a:rPr>
            </a:br>
            <a:r>
              <a:rPr lang="en-US" sz="2000" dirty="0">
                <a:latin typeface="+mn-lt"/>
              </a:rPr>
              <a:t>d) Mother-in-law</a:t>
            </a:r>
            <a:endParaRPr lang="en-US" sz="2000">
              <a:latin typeface="+mn-lt"/>
              <a:ea typeface="Calibri"/>
              <a:cs typeface="Calibri"/>
            </a:endParaRPr>
          </a:p>
        </p:txBody>
      </p:sp>
    </p:spTree>
    <p:extLst>
      <p:ext uri="{BB962C8B-B14F-4D97-AF65-F5344CB8AC3E}">
        <p14:creationId xmlns:p14="http://schemas.microsoft.com/office/powerpoint/2010/main" val="2973981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523A94-1673-A36C-8F38-49805E4D1A4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414446D3-1D9C-1C73-DFBC-BBB79D8A7286}"/>
              </a:ext>
            </a:extLst>
          </p:cNvPr>
          <p:cNvSpPr>
            <a:spLocks noChangeArrowheads="1"/>
          </p:cNvSpPr>
          <p:nvPr/>
        </p:nvSpPr>
        <p:spPr bwMode="auto">
          <a:xfrm>
            <a:off x="783771" y="3017522"/>
            <a:ext cx="7455989" cy="312465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100" dirty="0">
                <a:latin typeface="+mn-lt"/>
              </a:rPr>
              <a:t>Explanation: </a:t>
            </a:r>
            <a:endParaRPr lang="en-US" sz="2100" dirty="0">
              <a:latin typeface="+mn-lt"/>
              <a:ea typeface="Calibri"/>
              <a:cs typeface="Calibri"/>
            </a:endParaRPr>
          </a:p>
          <a:p>
            <a:pPr defTabSz="914400">
              <a:lnSpc>
                <a:spcPct val="90000"/>
              </a:lnSpc>
              <a:spcAft>
                <a:spcPts val="600"/>
              </a:spcAft>
              <a:buFont typeface="Arial" panose="020B0604020202020204" pitchFamily="34" charset="0"/>
            </a:pPr>
            <a:endParaRPr lang="en-US" sz="2100" dirty="0">
              <a:latin typeface="+mn-lt"/>
            </a:endParaRPr>
          </a:p>
          <a:p>
            <a:pPr defTabSz="914400">
              <a:lnSpc>
                <a:spcPct val="90000"/>
              </a:lnSpc>
              <a:spcAft>
                <a:spcPts val="600"/>
              </a:spcAft>
              <a:buFont typeface="Arial" panose="020B0604020202020204" pitchFamily="34" charset="0"/>
            </a:pPr>
            <a:r>
              <a:rPr lang="en-US" sz="2100" dirty="0">
                <a:latin typeface="+mn-lt"/>
              </a:rPr>
              <a:t>Here, it is given that Rahul and Nilesh are brothers and Parul is Daughter of Rahul. Ankita is sister of Nilesh i.e. Ankita is sister of Rahul. So, it is clear that Ankita is aunt of Parul.</a:t>
            </a:r>
            <a:br>
              <a:rPr lang="en-US" sz="2100" dirty="0">
                <a:latin typeface="+mn-lt"/>
              </a:rPr>
            </a:br>
            <a:r>
              <a:rPr lang="en-US" sz="2100" dirty="0">
                <a:latin typeface="+mn-lt"/>
              </a:rPr>
              <a:t>Hence the answer is Aunt.</a:t>
            </a:r>
            <a:endParaRPr lang="en-US" dirty="0">
              <a:cs typeface="Arial"/>
            </a:endParaRPr>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9A7A206-1D55-2665-6CE2-8785573D4C8B}"/>
              </a:ext>
            </a:extLst>
          </p:cNvPr>
          <p:cNvSpPr txBox="1"/>
          <p:nvPr/>
        </p:nvSpPr>
        <p:spPr>
          <a:xfrm>
            <a:off x="2129883" y="1209907"/>
            <a:ext cx="4572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baseline="0" dirty="0">
                <a:latin typeface="Calibri"/>
              </a:rPr>
              <a:t>Answer: b</a:t>
            </a:r>
            <a:endParaRPr lang="en-US" sz="2800" b="1" dirty="0"/>
          </a:p>
          <a:p>
            <a:pPr algn="ctr"/>
            <a:endParaRPr lang="en-US"/>
          </a:p>
        </p:txBody>
      </p:sp>
    </p:spTree>
    <p:extLst>
      <p:ext uri="{BB962C8B-B14F-4D97-AF65-F5344CB8AC3E}">
        <p14:creationId xmlns:p14="http://schemas.microsoft.com/office/powerpoint/2010/main" val="4274622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62ED21-4882-533A-A2EE-875C409DE5FA}"/>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7" name="Group 16">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7417" y="0"/>
            <a:ext cx="2926583" cy="2382977"/>
            <a:chOff x="6867015" y="-1"/>
            <a:chExt cx="5324985" cy="3251912"/>
          </a:xfrm>
          <a:solidFill>
            <a:schemeClr val="accent5">
              <a:alpha val="10000"/>
            </a:schemeClr>
          </a:solidFill>
        </p:grpSpPr>
        <p:sp>
          <p:nvSpPr>
            <p:cNvPr id="18" name="Freeform: Shape 17">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3">
            <a:extLst>
              <a:ext uri="{FF2B5EF4-FFF2-40B4-BE49-F238E27FC236}">
                <a16:creationId xmlns:a16="http://schemas.microsoft.com/office/drawing/2014/main" id="{7BA28260-3C9B-6D6A-3E7C-3547FB0E7712}"/>
              </a:ext>
            </a:extLst>
          </p:cNvPr>
          <p:cNvSpPr>
            <a:spLocks noChangeArrowheads="1"/>
          </p:cNvSpPr>
          <p:nvPr/>
        </p:nvSpPr>
        <p:spPr bwMode="auto">
          <a:xfrm>
            <a:off x="884419" y="2076940"/>
            <a:ext cx="7375161" cy="33184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a:solidFill>
                  <a:schemeClr val="tx2"/>
                </a:solidFill>
                <a:latin typeface="+mn-lt"/>
              </a:rPr>
              <a:t>A, B, C, D, E, F and G are members of a family consisting of four adults and three children, two of whom, F and G are boys. A and </a:t>
            </a:r>
            <a:r>
              <a:rPr lang="en-US" sz="2000" err="1">
                <a:solidFill>
                  <a:schemeClr val="tx2"/>
                </a:solidFill>
                <a:latin typeface="+mn-lt"/>
              </a:rPr>
              <a:t>D are</a:t>
            </a:r>
            <a:r>
              <a:rPr lang="en-US" sz="2000" dirty="0">
                <a:solidFill>
                  <a:schemeClr val="tx2"/>
                </a:solidFill>
                <a:latin typeface="+mn-lt"/>
              </a:rPr>
              <a:t> </a:t>
            </a:r>
            <a:r>
              <a:rPr lang="en-US" sz="2000">
                <a:solidFill>
                  <a:schemeClr val="tx2"/>
                </a:solidFill>
                <a:latin typeface="+mn-lt"/>
              </a:rPr>
              <a:t>brothers and A is an engineer. E is a doctor married to one of the brothers and has two children. B is married to D and G is their child. Who is C?</a:t>
            </a:r>
            <a:endParaRPr lang="en-US" sz="2000" dirty="0">
              <a:solidFill>
                <a:schemeClr val="tx2"/>
              </a:solidFill>
              <a:latin typeface="+mn-lt"/>
              <a:ea typeface="Calibri"/>
              <a:cs typeface="Calibri"/>
            </a:endParaRPr>
          </a:p>
          <a:p>
            <a:pPr defTabSz="914400" eaLnBrk="1" hangingPunct="1">
              <a:lnSpc>
                <a:spcPct val="90000"/>
              </a:lnSpc>
              <a:spcAft>
                <a:spcPts val="600"/>
              </a:spcAft>
            </a:pPr>
            <a:endParaRPr lang="en-US" sz="2000" dirty="0">
              <a:solidFill>
                <a:schemeClr val="tx2"/>
              </a:solidFill>
              <a:latin typeface="+mn-lt"/>
              <a:ea typeface="Calibri"/>
              <a:cs typeface="Calibri"/>
            </a:endParaRPr>
          </a:p>
          <a:p>
            <a:pPr defTabSz="914400" eaLnBrk="1" hangingPunct="1">
              <a:lnSpc>
                <a:spcPct val="90000"/>
              </a:lnSpc>
              <a:spcAft>
                <a:spcPts val="600"/>
              </a:spcAft>
            </a:pPr>
            <a:br>
              <a:rPr lang="en-US" sz="2000" dirty="0">
                <a:latin typeface="+mn-lt"/>
              </a:rPr>
            </a:br>
            <a:r>
              <a:rPr lang="en-US" sz="2000" dirty="0">
                <a:solidFill>
                  <a:schemeClr val="tx2"/>
                </a:solidFill>
                <a:latin typeface="+mn-lt"/>
              </a:rPr>
              <a:t>a) G’s father</a:t>
            </a:r>
            <a:br>
              <a:rPr lang="en-US" sz="2000" dirty="0">
                <a:latin typeface="+mn-lt"/>
              </a:rPr>
            </a:br>
            <a:r>
              <a:rPr lang="en-US" sz="2000" dirty="0">
                <a:solidFill>
                  <a:schemeClr val="tx2"/>
                </a:solidFill>
                <a:latin typeface="+mn-lt"/>
              </a:rPr>
              <a:t>b) F’s father</a:t>
            </a:r>
            <a:br>
              <a:rPr lang="en-US" sz="2000" dirty="0">
                <a:latin typeface="+mn-lt"/>
              </a:rPr>
            </a:br>
            <a:r>
              <a:rPr lang="en-US" sz="2000" dirty="0">
                <a:solidFill>
                  <a:schemeClr val="tx2"/>
                </a:solidFill>
                <a:latin typeface="+mn-lt"/>
              </a:rPr>
              <a:t>c) E’s daughter</a:t>
            </a:r>
            <a:br>
              <a:rPr lang="en-US" sz="2000" dirty="0">
                <a:latin typeface="+mn-lt"/>
              </a:rPr>
            </a:br>
            <a:r>
              <a:rPr lang="en-US" sz="2000" dirty="0">
                <a:solidFill>
                  <a:schemeClr val="tx2"/>
                </a:solidFill>
                <a:latin typeface="+mn-lt"/>
              </a:rPr>
              <a:t>d) A’s son</a:t>
            </a:r>
            <a:endParaRPr lang="en-US" sz="2000" dirty="0">
              <a:solidFill>
                <a:schemeClr val="tx2"/>
              </a:solidFill>
              <a:latin typeface="+mn-lt"/>
              <a:ea typeface="Calibri"/>
              <a:cs typeface="Calibri"/>
            </a:endParaRPr>
          </a:p>
        </p:txBody>
      </p:sp>
      <p:grpSp>
        <p:nvGrpSpPr>
          <p:cNvPr id="23" name="Group 22">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174211" cy="2175328"/>
            <a:chOff x="-305" y="-1"/>
            <a:chExt cx="3832880" cy="2876136"/>
          </a:xfrm>
        </p:grpSpPr>
        <p:sp>
          <p:nvSpPr>
            <p:cNvPr id="24" name="Freeform: Shape 23">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66003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C7E7B8-FDC7-2F2D-BB35-B163D0931C8E}"/>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8D425BBB-5285-CAAD-ABBE-3BFC156DCFC1}"/>
              </a:ext>
            </a:extLst>
          </p:cNvPr>
          <p:cNvSpPr>
            <a:spLocks noChangeArrowheads="1"/>
          </p:cNvSpPr>
          <p:nvPr/>
        </p:nvSpPr>
        <p:spPr bwMode="auto">
          <a:xfrm>
            <a:off x="866661" y="2217343"/>
            <a:ext cx="7410669" cy="3959619"/>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100">
                <a:latin typeface="+mn-lt"/>
              </a:rPr>
              <a:t>Answer: c</a:t>
            </a:r>
            <a:endParaRPr lang="en-US"/>
          </a:p>
          <a:p>
            <a:pPr indent="-228600" defTabSz="914400" eaLnBrk="1" hangingPunct="1">
              <a:lnSpc>
                <a:spcPct val="90000"/>
              </a:lnSpc>
              <a:spcAft>
                <a:spcPts val="600"/>
              </a:spcAft>
              <a:buFont typeface="Arial" panose="020B0604020202020204" pitchFamily="34" charset="0"/>
              <a:buChar char="•"/>
            </a:pPr>
            <a:endParaRPr lang="en-US" sz="2100">
              <a:latin typeface="+mn-lt"/>
            </a:endParaRPr>
          </a:p>
          <a:p>
            <a:pPr defTabSz="914400" eaLnBrk="1" hangingPunct="1">
              <a:lnSpc>
                <a:spcPct val="90000"/>
              </a:lnSpc>
              <a:spcAft>
                <a:spcPts val="600"/>
              </a:spcAft>
            </a:pPr>
            <a:br>
              <a:rPr lang="en-US" sz="2100" dirty="0">
                <a:latin typeface="+mn-lt"/>
              </a:rPr>
            </a:br>
            <a:r>
              <a:rPr lang="en-US" sz="2100">
                <a:latin typeface="+mn-lt"/>
              </a:rPr>
              <a:t>Explanation: </a:t>
            </a:r>
          </a:p>
          <a:p>
            <a:pPr defTabSz="914400">
              <a:lnSpc>
                <a:spcPct val="90000"/>
              </a:lnSpc>
              <a:spcAft>
                <a:spcPts val="600"/>
              </a:spcAft>
            </a:pPr>
            <a:endParaRPr lang="en-US" sz="2100" dirty="0">
              <a:latin typeface="+mn-lt"/>
            </a:endParaRPr>
          </a:p>
          <a:p>
            <a:pPr defTabSz="914400">
              <a:lnSpc>
                <a:spcPct val="90000"/>
              </a:lnSpc>
              <a:spcAft>
                <a:spcPts val="600"/>
              </a:spcAft>
            </a:pPr>
            <a:r>
              <a:rPr lang="en-US" sz="2100">
                <a:latin typeface="+mn-lt"/>
              </a:rPr>
              <a:t>Here, it is given that C, F and G are children and F and G are boys </a:t>
            </a:r>
            <a:r>
              <a:rPr lang="en-US" sz="2100" dirty="0">
                <a:latin typeface="+mn-lt"/>
              </a:rPr>
              <a:t>i.e. C is a girl. Since, B married to D and G is their child, therefore, </a:t>
            </a:r>
            <a:r>
              <a:rPr lang="en-US" sz="2100">
                <a:latin typeface="+mn-lt"/>
              </a:rPr>
              <a:t>E married to A and C and F are their children.</a:t>
            </a:r>
            <a:endParaRPr lang="en-US" sz="2100" dirty="0">
              <a:latin typeface="+mn-lt"/>
            </a:endParaRPr>
          </a:p>
          <a:p>
            <a:pPr defTabSz="914400">
              <a:lnSpc>
                <a:spcPct val="90000"/>
              </a:lnSpc>
              <a:spcAft>
                <a:spcPts val="600"/>
              </a:spcAft>
            </a:pPr>
            <a:br>
              <a:rPr lang="en-US" sz="2100" dirty="0">
                <a:latin typeface="+mn-lt"/>
              </a:rPr>
            </a:br>
            <a:r>
              <a:rPr lang="en-US" sz="2100" dirty="0">
                <a:latin typeface="+mn-lt"/>
              </a:rPr>
              <a:t>Hence the answer is E’s daughter.</a:t>
            </a:r>
            <a:endParaRPr lang="en-US" sz="2100" dirty="0">
              <a:latin typeface="+mn-lt"/>
              <a:ea typeface="Calibri"/>
              <a:cs typeface="Calibri"/>
            </a:endParaRPr>
          </a:p>
        </p:txBody>
      </p:sp>
    </p:spTree>
    <p:extLst>
      <p:ext uri="{BB962C8B-B14F-4D97-AF65-F5344CB8AC3E}">
        <p14:creationId xmlns:p14="http://schemas.microsoft.com/office/powerpoint/2010/main" val="26409757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5E62C3-09D8-4BCA-5C3E-D36633949D64}"/>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2903617"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7" name="Freeform: Shape 16">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903616"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9" name="Freeform: Shape 18">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396390"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1" name="Freeform: Shape 20">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396390"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3" name="Freeform: Shape 22">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5490" y="4275786"/>
            <a:ext cx="2018510"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Freeform: Shape 24">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5490" y="4275786"/>
            <a:ext cx="2018510"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3">
            <a:extLst>
              <a:ext uri="{FF2B5EF4-FFF2-40B4-BE49-F238E27FC236}">
                <a16:creationId xmlns:a16="http://schemas.microsoft.com/office/drawing/2014/main" id="{642B5356-4CE5-E416-D017-6547DEF543A3}"/>
              </a:ext>
            </a:extLst>
          </p:cNvPr>
          <p:cNvSpPr>
            <a:spLocks noChangeArrowheads="1"/>
          </p:cNvSpPr>
          <p:nvPr/>
        </p:nvSpPr>
        <p:spPr bwMode="auto">
          <a:xfrm>
            <a:off x="3250664" y="583845"/>
            <a:ext cx="5619014" cy="5399552"/>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400" b="1" dirty="0">
                <a:solidFill>
                  <a:schemeClr val="bg1"/>
                </a:solidFill>
                <a:latin typeface="+mn-lt"/>
              </a:rPr>
              <a:t>Kalyan is brother of Salman. Dhriti is sister of Atharv and daughter of Suchitra. Saloni is wife of Kalyan and is sister of Suchitra. If Syed is son of Salman, how is Saloni related to Syed?</a:t>
            </a:r>
            <a:endParaRPr lang="en-US" sz="2400" b="1">
              <a:solidFill>
                <a:schemeClr val="bg1"/>
              </a:solidFill>
              <a:cs typeface="Arial"/>
            </a:endParaRPr>
          </a:p>
          <a:p>
            <a:pPr indent="-228600" defTabSz="914400" eaLnBrk="1" hangingPunct="1">
              <a:lnSpc>
                <a:spcPct val="90000"/>
              </a:lnSpc>
              <a:spcAft>
                <a:spcPts val="600"/>
              </a:spcAft>
              <a:buFont typeface="Arial" panose="020B0604020202020204" pitchFamily="34" charset="0"/>
              <a:buChar char="•"/>
            </a:pPr>
            <a:endParaRPr lang="en-US" sz="2400" b="1" dirty="0">
              <a:solidFill>
                <a:schemeClr val="bg1"/>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endParaRPr lang="en-US" sz="2400" b="1" dirty="0">
              <a:latin typeface="+mn-lt"/>
            </a:endParaRPr>
          </a:p>
          <a:p>
            <a:pPr indent="-228600" defTabSz="914400">
              <a:lnSpc>
                <a:spcPct val="90000"/>
              </a:lnSpc>
              <a:spcAft>
                <a:spcPts val="600"/>
              </a:spcAft>
              <a:buFont typeface="Arial" panose="020B0604020202020204" pitchFamily="34" charset="0"/>
              <a:buChar char="•"/>
            </a:pPr>
            <a:endParaRPr lang="en-US" sz="2400" b="1" dirty="0">
              <a:latin typeface="+mn-lt"/>
            </a:endParaRPr>
          </a:p>
          <a:p>
            <a:pPr indent="-228600" defTabSz="914400">
              <a:lnSpc>
                <a:spcPct val="90000"/>
              </a:lnSpc>
              <a:spcAft>
                <a:spcPts val="600"/>
              </a:spcAft>
              <a:buFont typeface="Arial" panose="020B0604020202020204" pitchFamily="34" charset="0"/>
              <a:buChar char="•"/>
            </a:pPr>
            <a:br>
              <a:rPr lang="en-US" sz="2400" b="1" dirty="0">
                <a:latin typeface="+mn-lt"/>
              </a:rPr>
            </a:br>
            <a:r>
              <a:rPr lang="en-US" sz="2400" b="1" dirty="0">
                <a:solidFill>
                  <a:schemeClr val="bg1"/>
                </a:solidFill>
                <a:latin typeface="+mn-lt"/>
              </a:rPr>
              <a:t>a) Daughter</a:t>
            </a:r>
            <a:br>
              <a:rPr lang="en-US" sz="2400" b="1" dirty="0">
                <a:latin typeface="+mn-lt"/>
              </a:rPr>
            </a:br>
            <a:r>
              <a:rPr lang="en-US" sz="2400" b="1" dirty="0">
                <a:solidFill>
                  <a:schemeClr val="bg1"/>
                </a:solidFill>
                <a:latin typeface="+mn-lt"/>
              </a:rPr>
              <a:t>b) Mother</a:t>
            </a:r>
            <a:br>
              <a:rPr lang="en-US" sz="2400" b="1" dirty="0">
                <a:latin typeface="+mn-lt"/>
              </a:rPr>
            </a:br>
            <a:r>
              <a:rPr lang="en-US" sz="2400" b="1" dirty="0">
                <a:solidFill>
                  <a:schemeClr val="bg1"/>
                </a:solidFill>
                <a:latin typeface="+mn-lt"/>
              </a:rPr>
              <a:t>c) Niece</a:t>
            </a:r>
            <a:br>
              <a:rPr lang="en-US" sz="2400" b="1" dirty="0">
                <a:latin typeface="+mn-lt"/>
              </a:rPr>
            </a:br>
            <a:r>
              <a:rPr lang="en-US" sz="2400" b="1" dirty="0">
                <a:solidFill>
                  <a:schemeClr val="bg1"/>
                </a:solidFill>
                <a:latin typeface="+mn-lt"/>
              </a:rPr>
              <a:t>d) Aunt</a:t>
            </a:r>
            <a:endParaRPr lang="en-US" sz="2400" b="1">
              <a:solidFill>
                <a:schemeClr val="bg1"/>
              </a:solidFill>
              <a:latin typeface="+mn-lt"/>
              <a:ea typeface="Calibri"/>
              <a:cs typeface="Calibri"/>
            </a:endParaRPr>
          </a:p>
        </p:txBody>
      </p:sp>
      <p:grpSp>
        <p:nvGrpSpPr>
          <p:cNvPr id="27"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21453" y="5987064"/>
            <a:ext cx="790849" cy="469689"/>
            <a:chOff x="9841624" y="4115729"/>
            <a:chExt cx="602169" cy="268223"/>
          </a:xfrm>
          <a:solidFill>
            <a:schemeClr val="bg1"/>
          </a:solidFill>
        </p:grpSpPr>
        <p:sp>
          <p:nvSpPr>
            <p:cNvPr id="28" name="Freeform: Shape 27">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592311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3060D3-2269-A585-B9F0-D00374E09C9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5" name="Straight Connector 1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4657" y="2026340"/>
            <a:ext cx="391570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C344D95A-B4C9-1149-8C7C-823541434A79}"/>
              </a:ext>
            </a:extLst>
          </p:cNvPr>
          <p:cNvSpPr>
            <a:spLocks noChangeArrowheads="1"/>
          </p:cNvSpPr>
          <p:nvPr/>
        </p:nvSpPr>
        <p:spPr bwMode="auto">
          <a:xfrm>
            <a:off x="1044500" y="2398957"/>
            <a:ext cx="7054999" cy="35261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400" b="1" dirty="0">
                <a:solidFill>
                  <a:schemeClr val="bg1"/>
                </a:solidFill>
                <a:latin typeface="+mn-lt"/>
              </a:rPr>
              <a:t>Answer: d</a:t>
            </a:r>
            <a:endParaRPr lang="en-US" sz="2400" b="1" dirty="0">
              <a:solidFill>
                <a:schemeClr val="bg1"/>
              </a:solidFill>
              <a:cs typeface="Arial"/>
            </a:endParaRPr>
          </a:p>
          <a:p>
            <a:pPr indent="-228600" defTabSz="914400" eaLnBrk="1" hangingPunct="1">
              <a:lnSpc>
                <a:spcPct val="90000"/>
              </a:lnSpc>
              <a:spcAft>
                <a:spcPts val="600"/>
              </a:spcAft>
              <a:buFont typeface="Arial" panose="020B0604020202020204" pitchFamily="34" charset="0"/>
              <a:buChar char="•"/>
            </a:pPr>
            <a:br>
              <a:rPr lang="en-US" sz="2400" b="1" dirty="0">
                <a:latin typeface="+mn-lt"/>
              </a:rPr>
            </a:br>
            <a:r>
              <a:rPr lang="en-US" sz="2400" b="1" dirty="0">
                <a:solidFill>
                  <a:schemeClr val="bg1"/>
                </a:solidFill>
                <a:latin typeface="+mn-lt"/>
              </a:rPr>
              <a:t>Explanation: </a:t>
            </a:r>
          </a:p>
          <a:p>
            <a:pPr defTabSz="914400">
              <a:lnSpc>
                <a:spcPct val="90000"/>
              </a:lnSpc>
              <a:spcAft>
                <a:spcPts val="600"/>
              </a:spcAft>
            </a:pPr>
            <a:r>
              <a:rPr lang="en-US" sz="2400" b="1">
                <a:solidFill>
                  <a:schemeClr val="bg1"/>
                </a:solidFill>
                <a:latin typeface="+mn-lt"/>
              </a:rPr>
              <a:t>Here, it is given that Kalyan is brother of </a:t>
            </a:r>
            <a:r>
              <a:rPr lang="en-US" sz="2400" b="1" dirty="0">
                <a:solidFill>
                  <a:schemeClr val="bg1"/>
                </a:solidFill>
                <a:latin typeface="+mn-lt"/>
              </a:rPr>
              <a:t>Salman. Saloni is wife of Kalyan and Syed is son of </a:t>
            </a:r>
            <a:r>
              <a:rPr lang="en-US" sz="2400" b="1">
                <a:solidFill>
                  <a:schemeClr val="bg1"/>
                </a:solidFill>
                <a:latin typeface="+mn-lt"/>
              </a:rPr>
              <a:t>Salman. So, Saloni is his aunt.</a:t>
            </a:r>
            <a:endParaRPr lang="en-US" sz="2400" b="1">
              <a:solidFill>
                <a:schemeClr val="bg1"/>
              </a:solidFill>
              <a:latin typeface="+mn-lt"/>
              <a:ea typeface="Calibri"/>
              <a:cs typeface="Calibri"/>
            </a:endParaRPr>
          </a:p>
          <a:p>
            <a:pPr indent="-228600" defTabSz="914400">
              <a:lnSpc>
                <a:spcPct val="90000"/>
              </a:lnSpc>
              <a:spcAft>
                <a:spcPts val="600"/>
              </a:spcAft>
              <a:buFont typeface="Arial" panose="020B0604020202020204" pitchFamily="34" charset="0"/>
              <a:buChar char="•"/>
            </a:pPr>
            <a:br>
              <a:rPr lang="en-US" sz="2400" b="1" dirty="0">
                <a:latin typeface="+mn-lt"/>
              </a:rPr>
            </a:br>
            <a:r>
              <a:rPr lang="en-US" sz="2400" b="1" dirty="0">
                <a:solidFill>
                  <a:schemeClr val="bg1"/>
                </a:solidFill>
                <a:latin typeface="+mn-lt"/>
              </a:rPr>
              <a:t>Hence the answer is Aunt.</a:t>
            </a:r>
            <a:endParaRPr lang="en-US" sz="2400" b="1" dirty="0">
              <a:solidFill>
                <a:schemeClr val="bg1"/>
              </a:solidFill>
              <a:latin typeface="+mn-lt"/>
              <a:ea typeface="Calibri"/>
              <a:cs typeface="Calibri"/>
            </a:endParaRPr>
          </a:p>
        </p:txBody>
      </p:sp>
      <p:sp>
        <p:nvSpPr>
          <p:cNvPr id="17" name="Rectangle 16">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654" y="115193"/>
            <a:ext cx="8954691"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10960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CA5E3D-3596-BCBD-0D88-6EAD4B866CCF}"/>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50" y="685800"/>
            <a:ext cx="81153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512" y="2444376"/>
            <a:ext cx="8118138"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7D9ED091-CAF7-8C70-8F3F-69D44D03617E}"/>
              </a:ext>
            </a:extLst>
          </p:cNvPr>
          <p:cNvSpPr>
            <a:spLocks noChangeArrowheads="1"/>
          </p:cNvSpPr>
          <p:nvPr/>
        </p:nvSpPr>
        <p:spPr bwMode="auto">
          <a:xfrm>
            <a:off x="1212040" y="2768321"/>
            <a:ext cx="6719919" cy="2828543"/>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228600" defTabSz="914400" eaLnBrk="1" hangingPunct="1">
              <a:lnSpc>
                <a:spcPct val="90000"/>
              </a:lnSpc>
              <a:spcAft>
                <a:spcPts val="600"/>
              </a:spcAft>
              <a:buFont typeface="Arial" panose="020B0604020202020204" pitchFamily="34" charset="0"/>
              <a:buChar char="•"/>
            </a:pPr>
            <a:endParaRPr lang="en-US" sz="1700" dirty="0">
              <a:solidFill>
                <a:schemeClr val="tx1">
                  <a:lumMod val="65000"/>
                  <a:lumOff val="35000"/>
                </a:schemeClr>
              </a:solidFill>
              <a:latin typeface="+mn-lt"/>
              <a:ea typeface="Calibri"/>
              <a:cs typeface="Calibri"/>
            </a:endParaRPr>
          </a:p>
          <a:p>
            <a:pPr defTabSz="914400" eaLnBrk="1" hangingPunct="1">
              <a:lnSpc>
                <a:spcPct val="90000"/>
              </a:lnSpc>
              <a:spcAft>
                <a:spcPts val="600"/>
              </a:spcAft>
            </a:pPr>
            <a:br>
              <a:rPr lang="en-US" sz="1700" dirty="0">
                <a:latin typeface="+mn-lt"/>
              </a:rPr>
            </a:br>
            <a:r>
              <a:rPr lang="en-US" sz="2400" b="1" dirty="0">
                <a:solidFill>
                  <a:schemeClr val="tx1">
                    <a:lumMod val="65000"/>
                    <a:lumOff val="35000"/>
                  </a:schemeClr>
                </a:solidFill>
                <a:latin typeface="+mn-lt"/>
              </a:rPr>
              <a:t>a) Daughter</a:t>
            </a:r>
            <a:br>
              <a:rPr lang="en-US" sz="2400" b="1" dirty="0">
                <a:latin typeface="+mn-lt"/>
              </a:rPr>
            </a:br>
            <a:r>
              <a:rPr lang="en-US" sz="2400" b="1" dirty="0">
                <a:solidFill>
                  <a:schemeClr val="tx1">
                    <a:lumMod val="65000"/>
                    <a:lumOff val="35000"/>
                  </a:schemeClr>
                </a:solidFill>
                <a:latin typeface="+mn-lt"/>
              </a:rPr>
              <a:t>b) Mother</a:t>
            </a:r>
            <a:br>
              <a:rPr lang="en-US" sz="2400" b="1" dirty="0">
                <a:latin typeface="+mn-lt"/>
              </a:rPr>
            </a:br>
            <a:r>
              <a:rPr lang="en-US" sz="2400" b="1" dirty="0">
                <a:solidFill>
                  <a:schemeClr val="tx1">
                    <a:lumMod val="65000"/>
                    <a:lumOff val="35000"/>
                  </a:schemeClr>
                </a:solidFill>
                <a:latin typeface="+mn-lt"/>
              </a:rPr>
              <a:t>c) Niece</a:t>
            </a:r>
            <a:br>
              <a:rPr lang="en-US" sz="2400" b="1" dirty="0">
                <a:latin typeface="+mn-lt"/>
              </a:rPr>
            </a:br>
            <a:r>
              <a:rPr lang="en-US" sz="2400" b="1" dirty="0">
                <a:solidFill>
                  <a:schemeClr val="tx1">
                    <a:lumMod val="65000"/>
                    <a:lumOff val="35000"/>
                  </a:schemeClr>
                </a:solidFill>
                <a:latin typeface="+mn-lt"/>
              </a:rPr>
              <a:t>d) Aunt</a:t>
            </a:r>
            <a:endParaRPr lang="en-US" sz="2400" b="1">
              <a:solidFill>
                <a:schemeClr val="tx1">
                  <a:lumMod val="65000"/>
                  <a:lumOff val="35000"/>
                </a:schemeClr>
              </a:solidFill>
              <a:latin typeface="+mn-lt"/>
              <a:ea typeface="Calibri"/>
              <a:cs typeface="Calibri"/>
            </a:endParaRPr>
          </a:p>
        </p:txBody>
      </p:sp>
      <p:sp>
        <p:nvSpPr>
          <p:cNvPr id="2" name="TextBox 1">
            <a:extLst>
              <a:ext uri="{FF2B5EF4-FFF2-40B4-BE49-F238E27FC236}">
                <a16:creationId xmlns:a16="http://schemas.microsoft.com/office/drawing/2014/main" id="{3CDFAB34-85E0-E9F8-D69A-D1F6C46A032E}"/>
              </a:ext>
            </a:extLst>
          </p:cNvPr>
          <p:cNvSpPr txBox="1"/>
          <p:nvPr/>
        </p:nvSpPr>
        <p:spPr>
          <a:xfrm>
            <a:off x="947855" y="1254512"/>
            <a:ext cx="723714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baseline="0" dirty="0">
                <a:solidFill>
                  <a:srgbClr val="595959"/>
                </a:solidFill>
                <a:latin typeface="Calibri"/>
              </a:rPr>
              <a:t>Bhaskar is son of Chellam and is brother of Deepan. Milind is son of Deepan and Zoya is sister of Milind’s grandfather’s son. If Raji is sister of Milind then how is Zoya related to Raji ?</a:t>
            </a:r>
            <a:endParaRPr lang="en-US" sz="2000">
              <a:ea typeface="Calibri"/>
              <a:cs typeface="Calibri"/>
            </a:endParaRPr>
          </a:p>
          <a:p>
            <a:pPr algn="ctr"/>
            <a:endParaRPr lang="en-US"/>
          </a:p>
        </p:txBody>
      </p:sp>
    </p:spTree>
    <p:extLst>
      <p:ext uri="{BB962C8B-B14F-4D97-AF65-F5344CB8AC3E}">
        <p14:creationId xmlns:p14="http://schemas.microsoft.com/office/powerpoint/2010/main" val="1493951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AEC68F-5757-21E2-7E13-AFC46293AD4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8DDA986-B6EE-4642-AC60-0490373E6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0B62878-12EF-4E97-A284-47BAFC30D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D79188D-1ED5-4705-B8C7-5D6FB7670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635" y="685800"/>
            <a:ext cx="8100729"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BEAA9E7A-4A41-35F2-2F8A-B496639E9E67}"/>
              </a:ext>
            </a:extLst>
          </p:cNvPr>
          <p:cNvSpPr>
            <a:spLocks noChangeArrowheads="1"/>
          </p:cNvSpPr>
          <p:nvPr/>
        </p:nvSpPr>
        <p:spPr bwMode="auto">
          <a:xfrm>
            <a:off x="1212040" y="1401471"/>
            <a:ext cx="6719919" cy="373819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b="1" dirty="0">
                <a:solidFill>
                  <a:schemeClr val="tx1">
                    <a:lumMod val="65000"/>
                    <a:lumOff val="35000"/>
                  </a:schemeClr>
                </a:solidFill>
                <a:latin typeface="+mn-lt"/>
              </a:rPr>
              <a:t>Answer: d</a:t>
            </a:r>
            <a:endParaRPr lang="en-US" sz="2000" b="1">
              <a:solidFill>
                <a:schemeClr val="tx1">
                  <a:lumMod val="65000"/>
                  <a:lumOff val="35000"/>
                </a:schemeClr>
              </a:solidFill>
              <a:cs typeface="Arial"/>
            </a:endParaRPr>
          </a:p>
          <a:p>
            <a:pPr defTabSz="914400" eaLnBrk="1" hangingPunct="1">
              <a:lnSpc>
                <a:spcPct val="90000"/>
              </a:lnSpc>
              <a:spcAft>
                <a:spcPts val="600"/>
              </a:spcAft>
            </a:pPr>
            <a:endParaRPr lang="en-US" sz="2000" b="1" dirty="0">
              <a:latin typeface="+mn-lt"/>
            </a:endParaRPr>
          </a:p>
          <a:p>
            <a:pPr defTabSz="914400">
              <a:lnSpc>
                <a:spcPct val="90000"/>
              </a:lnSpc>
              <a:spcAft>
                <a:spcPts val="600"/>
              </a:spcAft>
            </a:pPr>
            <a:br>
              <a:rPr lang="en-US" sz="2000" b="1" dirty="0">
                <a:latin typeface="+mn-lt"/>
              </a:rPr>
            </a:br>
            <a:r>
              <a:rPr lang="en-US" sz="2000" b="1" dirty="0">
                <a:solidFill>
                  <a:schemeClr val="tx1">
                    <a:lumMod val="65000"/>
                    <a:lumOff val="35000"/>
                  </a:schemeClr>
                </a:solidFill>
                <a:latin typeface="+mn-lt"/>
              </a:rPr>
              <a:t>Explanation: </a:t>
            </a:r>
            <a:endParaRPr lang="en-US" sz="2000" b="1" dirty="0">
              <a:solidFill>
                <a:schemeClr val="tx1">
                  <a:lumMod val="65000"/>
                  <a:lumOff val="35000"/>
                </a:schemeClr>
              </a:solidFill>
              <a:latin typeface="+mn-lt"/>
              <a:ea typeface="Calibri"/>
              <a:cs typeface="Calibri"/>
            </a:endParaRPr>
          </a:p>
          <a:p>
            <a:pPr defTabSz="914400">
              <a:lnSpc>
                <a:spcPct val="90000"/>
              </a:lnSpc>
              <a:spcAft>
                <a:spcPts val="600"/>
              </a:spcAft>
            </a:pPr>
            <a:endParaRPr lang="en-US" sz="2000" b="1" dirty="0">
              <a:solidFill>
                <a:schemeClr val="tx1">
                  <a:lumMod val="65000"/>
                  <a:lumOff val="35000"/>
                </a:schemeClr>
              </a:solidFill>
              <a:latin typeface="+mn-lt"/>
            </a:endParaRPr>
          </a:p>
          <a:p>
            <a:pPr defTabSz="914400">
              <a:lnSpc>
                <a:spcPct val="90000"/>
              </a:lnSpc>
              <a:spcAft>
                <a:spcPts val="600"/>
              </a:spcAft>
            </a:pPr>
            <a:r>
              <a:rPr lang="en-US" sz="2000" b="1" dirty="0">
                <a:solidFill>
                  <a:schemeClr val="tx1">
                    <a:lumMod val="65000"/>
                    <a:lumOff val="35000"/>
                  </a:schemeClr>
                </a:solidFill>
                <a:latin typeface="+mn-lt"/>
              </a:rPr>
              <a:t>Here, it is given that Zoya is sister of Milind’s grandfather’s (i.e. Chellam’s) son i.e. Zoya is sister of Bhaskar and Deepan and Raji is sister of </a:t>
            </a:r>
            <a:r>
              <a:rPr lang="en-US" sz="2000" b="1" dirty="0" err="1">
                <a:solidFill>
                  <a:schemeClr val="tx1">
                    <a:lumMod val="65000"/>
                    <a:lumOff val="35000"/>
                  </a:schemeClr>
                </a:solidFill>
                <a:latin typeface="+mn-lt"/>
              </a:rPr>
              <a:t>Mlind</a:t>
            </a:r>
            <a:r>
              <a:rPr lang="en-US" sz="2000" b="1" dirty="0">
                <a:solidFill>
                  <a:schemeClr val="tx1">
                    <a:lumMod val="65000"/>
                    <a:lumOff val="35000"/>
                  </a:schemeClr>
                </a:solidFill>
                <a:latin typeface="+mn-lt"/>
              </a:rPr>
              <a:t>. So, Zoya is Raji’s aunt.</a:t>
            </a:r>
            <a:endParaRPr lang="en-US" sz="2000" b="1" dirty="0">
              <a:solidFill>
                <a:schemeClr val="tx1">
                  <a:lumMod val="65000"/>
                  <a:lumOff val="35000"/>
                </a:schemeClr>
              </a:solidFill>
              <a:latin typeface="+mn-lt"/>
              <a:ea typeface="Calibri"/>
              <a:cs typeface="Calibri"/>
            </a:endParaRPr>
          </a:p>
          <a:p>
            <a:pPr defTabSz="914400">
              <a:lnSpc>
                <a:spcPct val="90000"/>
              </a:lnSpc>
              <a:spcAft>
                <a:spcPts val="600"/>
              </a:spcAft>
            </a:pPr>
            <a:br>
              <a:rPr lang="en-US" sz="2000" b="1" dirty="0">
                <a:latin typeface="+mn-lt"/>
              </a:rPr>
            </a:br>
            <a:r>
              <a:rPr lang="en-US" sz="2000" b="1" dirty="0">
                <a:solidFill>
                  <a:schemeClr val="tx1">
                    <a:lumMod val="65000"/>
                    <a:lumOff val="35000"/>
                  </a:schemeClr>
                </a:solidFill>
                <a:latin typeface="+mn-lt"/>
              </a:rPr>
              <a:t>Hence the answer is Aunt.</a:t>
            </a:r>
            <a:endParaRPr lang="en-US" sz="2000" b="1" dirty="0">
              <a:solidFill>
                <a:schemeClr val="tx1">
                  <a:lumMod val="65000"/>
                  <a:lumOff val="35000"/>
                </a:schemeClr>
              </a:solidFill>
              <a:latin typeface="+mn-lt"/>
              <a:ea typeface="Calibri"/>
              <a:cs typeface="Calibri"/>
            </a:endParaRPr>
          </a:p>
        </p:txBody>
      </p:sp>
    </p:spTree>
    <p:extLst>
      <p:ext uri="{BB962C8B-B14F-4D97-AF65-F5344CB8AC3E}">
        <p14:creationId xmlns:p14="http://schemas.microsoft.com/office/powerpoint/2010/main" val="3487630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BBFA68-EAC7-C0EF-E832-ED30AF943D96}"/>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6" name="Rectangle 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9BD0DF54-989C-EA42-13C8-74F5FD00524D}"/>
              </a:ext>
            </a:extLst>
          </p:cNvPr>
          <p:cNvSpPr>
            <a:spLocks noChangeArrowheads="1"/>
          </p:cNvSpPr>
          <p:nvPr/>
        </p:nvSpPr>
        <p:spPr bwMode="auto">
          <a:xfrm>
            <a:off x="595245" y="2599509"/>
            <a:ext cx="7607751" cy="3435531"/>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100">
                <a:latin typeface="+mn-lt"/>
              </a:rPr>
              <a:t>MP and JK are brothers, AB is son of MP and brother of XY. JK is father of UV and is son of CD, if ST is wife of MP and UV is brother of PQ then, how is UV related to ST?</a:t>
            </a:r>
            <a:endParaRPr lang="en-US"/>
          </a:p>
          <a:p>
            <a:pPr indent="-228600" defTabSz="914400" eaLnBrk="1" hangingPunct="1">
              <a:lnSpc>
                <a:spcPct val="90000"/>
              </a:lnSpc>
              <a:spcAft>
                <a:spcPts val="600"/>
              </a:spcAft>
              <a:buFont typeface="Arial" panose="020B0604020202020204" pitchFamily="34" charset="0"/>
              <a:buChar char="•"/>
            </a:pPr>
            <a:endParaRPr lang="en-US" sz="2100">
              <a:latin typeface="+mn-lt"/>
            </a:endParaRPr>
          </a:p>
          <a:p>
            <a:pPr defTabSz="914400" eaLnBrk="1" hangingPunct="1">
              <a:lnSpc>
                <a:spcPct val="90000"/>
              </a:lnSpc>
              <a:spcAft>
                <a:spcPts val="600"/>
              </a:spcAft>
            </a:pPr>
            <a:br>
              <a:rPr lang="en-US" sz="2100" dirty="0">
                <a:latin typeface="+mn-lt"/>
              </a:rPr>
            </a:br>
            <a:r>
              <a:rPr lang="en-US" sz="2100">
                <a:latin typeface="+mn-lt"/>
              </a:rPr>
              <a:t>a) Father</a:t>
            </a:r>
            <a:br>
              <a:rPr lang="en-US" sz="2100" dirty="0">
                <a:latin typeface="+mn-lt"/>
              </a:rPr>
            </a:br>
            <a:r>
              <a:rPr lang="en-US" sz="2100">
                <a:latin typeface="+mn-lt"/>
              </a:rPr>
              <a:t>b) Son</a:t>
            </a:r>
            <a:br>
              <a:rPr lang="en-US" sz="2100" dirty="0">
                <a:latin typeface="+mn-lt"/>
              </a:rPr>
            </a:br>
            <a:r>
              <a:rPr lang="en-US" sz="2100">
                <a:latin typeface="+mn-lt"/>
              </a:rPr>
              <a:t>c) Nephew</a:t>
            </a:r>
            <a:br>
              <a:rPr lang="en-US" sz="2100" dirty="0">
                <a:latin typeface="+mn-lt"/>
              </a:rPr>
            </a:br>
            <a:r>
              <a:rPr lang="en-US" sz="2100">
                <a:latin typeface="+mn-lt"/>
              </a:rPr>
              <a:t>d) Grandson</a:t>
            </a:r>
            <a:endParaRPr lang="en-US" sz="2100">
              <a:latin typeface="+mn-lt"/>
              <a:ea typeface="Calibri"/>
              <a:cs typeface="Calibri"/>
            </a:endParaRPr>
          </a:p>
        </p:txBody>
      </p:sp>
    </p:spTree>
    <p:extLst>
      <p:ext uri="{BB962C8B-B14F-4D97-AF65-F5344CB8AC3E}">
        <p14:creationId xmlns:p14="http://schemas.microsoft.com/office/powerpoint/2010/main" val="13974959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8301C9-4B78-7ED8-6614-AA8D65ED1D00}"/>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487837" y="2732147"/>
            <a:ext cx="5860051" cy="395784"/>
            <a:chOff x="6081624" y="1998368"/>
            <a:chExt cx="5613457" cy="782175"/>
          </a:xfrm>
          <a:solidFill>
            <a:schemeClr val="accent4"/>
          </a:solidFill>
        </p:grpSpPr>
        <p:sp>
          <p:nvSpPr>
            <p:cNvPr id="16" name="Rectangle 15">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922919"/>
            <a:ext cx="8333796"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D2D2BF8E-4538-DA86-B708-066EA12070FB}"/>
              </a:ext>
            </a:extLst>
          </p:cNvPr>
          <p:cNvSpPr>
            <a:spLocks noChangeArrowheads="1"/>
          </p:cNvSpPr>
          <p:nvPr/>
        </p:nvSpPr>
        <p:spPr bwMode="auto">
          <a:xfrm>
            <a:off x="911222" y="1419801"/>
            <a:ext cx="7387313" cy="303216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b="1">
                <a:latin typeface="+mn-lt"/>
              </a:rPr>
              <a:t>Answer: c</a:t>
            </a:r>
            <a:endParaRPr lang="en-US" sz="2000" b="1"/>
          </a:p>
          <a:p>
            <a:pPr indent="-228600" defTabSz="914400" eaLnBrk="1" hangingPunct="1">
              <a:lnSpc>
                <a:spcPct val="90000"/>
              </a:lnSpc>
              <a:spcAft>
                <a:spcPts val="600"/>
              </a:spcAft>
              <a:buFont typeface="Arial" panose="020B0604020202020204" pitchFamily="34" charset="0"/>
              <a:buChar char="•"/>
            </a:pPr>
            <a:endParaRPr lang="en-US" sz="1700">
              <a:latin typeface="+mn-lt"/>
            </a:endParaRPr>
          </a:p>
          <a:p>
            <a:pPr defTabSz="914400" eaLnBrk="1" hangingPunct="1">
              <a:lnSpc>
                <a:spcPct val="90000"/>
              </a:lnSpc>
              <a:spcAft>
                <a:spcPts val="600"/>
              </a:spcAft>
            </a:pPr>
            <a:br>
              <a:rPr lang="en-US" sz="1700" dirty="0">
                <a:latin typeface="+mn-lt"/>
              </a:rPr>
            </a:br>
            <a:r>
              <a:rPr lang="en-US" b="1">
                <a:latin typeface="+mn-lt"/>
              </a:rPr>
              <a:t>Explanation:</a:t>
            </a:r>
            <a:r>
              <a:rPr lang="en-US" dirty="0">
                <a:latin typeface="+mn-lt"/>
              </a:rPr>
              <a:t> </a:t>
            </a:r>
            <a:endParaRPr lang="en-US" dirty="0">
              <a:latin typeface="+mn-lt"/>
              <a:ea typeface="Calibri"/>
              <a:cs typeface="Calibri"/>
            </a:endParaRPr>
          </a:p>
          <a:p>
            <a:pPr defTabSz="914400">
              <a:lnSpc>
                <a:spcPct val="90000"/>
              </a:lnSpc>
              <a:spcAft>
                <a:spcPts val="600"/>
              </a:spcAft>
            </a:pPr>
            <a:r>
              <a:rPr lang="en-US" dirty="0">
                <a:latin typeface="+mn-lt"/>
              </a:rPr>
              <a:t>Here, it is given that CD is father/mother of JK and JK and MP are brothers so, CD is father/mother of both JK and ST. Also, AB is son of MP and ST and UV is son of JK so, ST is his aunt.</a:t>
            </a:r>
            <a:endParaRPr lang="en-US">
              <a:latin typeface="+mn-lt"/>
              <a:ea typeface="Calibri"/>
              <a:cs typeface="Calibri"/>
            </a:endParaRPr>
          </a:p>
          <a:p>
            <a:pPr defTabSz="914400" eaLnBrk="1" hangingPunct="1">
              <a:lnSpc>
                <a:spcPct val="90000"/>
              </a:lnSpc>
              <a:spcAft>
                <a:spcPts val="600"/>
              </a:spcAft>
            </a:pPr>
            <a:br>
              <a:rPr lang="en-US" dirty="0">
                <a:latin typeface="+mn-lt"/>
              </a:rPr>
            </a:br>
            <a:r>
              <a:rPr lang="en-US">
                <a:latin typeface="+mn-lt"/>
              </a:rPr>
              <a:t>Hence the answer is Nephew.</a:t>
            </a:r>
            <a:endParaRPr lang="en-US" sz="1700">
              <a:latin typeface="+mn-lt"/>
              <a:ea typeface="Calibri"/>
              <a:cs typeface="Calibri"/>
            </a:endParaRPr>
          </a:p>
        </p:txBody>
      </p:sp>
    </p:spTree>
    <p:extLst>
      <p:ext uri="{BB962C8B-B14F-4D97-AF65-F5344CB8AC3E}">
        <p14:creationId xmlns:p14="http://schemas.microsoft.com/office/powerpoint/2010/main" val="28139974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C1311-5D3D-E014-7C12-FE0F8EFBC84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0328F0F7-AFCD-5196-0E83-61C12ADF581F}"/>
              </a:ext>
            </a:extLst>
          </p:cNvPr>
          <p:cNvSpPr>
            <a:spLocks noChangeArrowheads="1"/>
          </p:cNvSpPr>
          <p:nvPr/>
        </p:nvSpPr>
        <p:spPr bwMode="auto">
          <a:xfrm>
            <a:off x="581202" y="1507283"/>
            <a:ext cx="3987056" cy="335347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Q is the brother of R;</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P is the sister of Q;</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T is the brother of S;</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S is the daughter of R.</a:t>
            </a:r>
            <a:endParaRPr lang="en-US" sz="2400"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r>
              <a:rPr lang="en-US" sz="2400" b="1" dirty="0">
                <a:solidFill>
                  <a:schemeClr val="tx2"/>
                </a:solidFill>
                <a:latin typeface="+mn-lt"/>
              </a:rPr>
              <a:t>Who are the cousins of Q ? </a:t>
            </a:r>
            <a:endParaRPr lang="en-US" b="1" dirty="0">
              <a:solidFill>
                <a:schemeClr val="tx2"/>
              </a:solidFill>
              <a:latin typeface="+mn-lt"/>
              <a:ea typeface="Calibri"/>
              <a:cs typeface="Calibri"/>
            </a:endParaRPr>
          </a:p>
          <a:p>
            <a:pPr indent="-228600" defTabSz="914400" eaLnBrk="1" hangingPunct="1">
              <a:lnSpc>
                <a:spcPct val="90000"/>
              </a:lnSpc>
              <a:spcAft>
                <a:spcPts val="600"/>
              </a:spcAft>
              <a:buFont typeface="Arial" panose="020B0604020202020204" pitchFamily="34" charset="0"/>
              <a:buChar char="•"/>
            </a:pPr>
            <a:endParaRPr lang="en-US" sz="1600">
              <a:solidFill>
                <a:schemeClr val="tx2"/>
              </a:solidFill>
              <a:latin typeface="+mn-lt"/>
            </a:endParaRPr>
          </a:p>
          <a:p>
            <a:pPr indent="-228600" defTabSz="914400" eaLnBrk="1" hangingPunct="1">
              <a:lnSpc>
                <a:spcPct val="90000"/>
              </a:lnSpc>
              <a:spcAft>
                <a:spcPts val="600"/>
              </a:spcAft>
              <a:buFont typeface="Arial" panose="020B0604020202020204" pitchFamily="34" charset="0"/>
              <a:buChar char="•"/>
            </a:pPr>
            <a:endParaRPr lang="en-US" sz="1600">
              <a:solidFill>
                <a:schemeClr val="tx2"/>
              </a:solidFill>
              <a:latin typeface="+mn-lt"/>
            </a:endParaRPr>
          </a:p>
          <a:p>
            <a:pPr indent="-228600" defTabSz="914400" eaLnBrk="1" hangingPunct="1">
              <a:lnSpc>
                <a:spcPct val="90000"/>
              </a:lnSpc>
              <a:spcAft>
                <a:spcPts val="600"/>
              </a:spcAft>
              <a:buFont typeface="Arial" panose="020B0604020202020204" pitchFamily="34" charset="0"/>
              <a:buChar char="•"/>
            </a:pPr>
            <a:endParaRPr lang="en-US" sz="1600">
              <a:solidFill>
                <a:schemeClr val="tx2"/>
              </a:solidFill>
              <a:latin typeface="+mn-lt"/>
            </a:endParaRPr>
          </a:p>
        </p:txBody>
      </p:sp>
      <p:grpSp>
        <p:nvGrpSpPr>
          <p:cNvPr id="17" name="Group 16">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63680" y="-16714"/>
            <a:ext cx="4780320" cy="6874714"/>
            <a:chOff x="5818240" y="-1"/>
            <a:chExt cx="6373761" cy="6874714"/>
          </a:xfrm>
        </p:grpSpPr>
        <p:sp>
          <p:nvSpPr>
            <p:cNvPr id="18" name="Freeform: Shape 17">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 name="Table 1">
            <a:extLst>
              <a:ext uri="{FF2B5EF4-FFF2-40B4-BE49-F238E27FC236}">
                <a16:creationId xmlns:a16="http://schemas.microsoft.com/office/drawing/2014/main" id="{4CE6C341-261D-5EB9-9931-486767D6F498}"/>
              </a:ext>
            </a:extLst>
          </p:cNvPr>
          <p:cNvGraphicFramePr>
            <a:graphicFrameLocks noGrp="1"/>
          </p:cNvGraphicFramePr>
          <p:nvPr>
            <p:extLst>
              <p:ext uri="{D42A27DB-BD31-4B8C-83A1-F6EECF244321}">
                <p14:modId xmlns:p14="http://schemas.microsoft.com/office/powerpoint/2010/main" val="3615077059"/>
              </p:ext>
            </p:extLst>
          </p:nvPr>
        </p:nvGraphicFramePr>
        <p:xfrm>
          <a:off x="5781294" y="3027094"/>
          <a:ext cx="3106675" cy="1727358"/>
        </p:xfrm>
        <a:graphic>
          <a:graphicData uri="http://schemas.openxmlformats.org/drawingml/2006/table">
            <a:tbl>
              <a:tblPr>
                <a:tableStyleId>{3B4B98B0-60AC-42C2-AFA5-B58CD77FA1E5}</a:tableStyleId>
              </a:tblPr>
              <a:tblGrid>
                <a:gridCol w="1591056">
                  <a:extLst>
                    <a:ext uri="{9D8B030D-6E8A-4147-A177-3AD203B41FA5}">
                      <a16:colId xmlns:a16="http://schemas.microsoft.com/office/drawing/2014/main" val="1211774960"/>
                    </a:ext>
                  </a:extLst>
                </a:gridCol>
                <a:gridCol w="1515619">
                  <a:extLst>
                    <a:ext uri="{9D8B030D-6E8A-4147-A177-3AD203B41FA5}">
                      <a16:colId xmlns:a16="http://schemas.microsoft.com/office/drawing/2014/main" val="2642652377"/>
                    </a:ext>
                  </a:extLst>
                </a:gridCol>
              </a:tblGrid>
              <a:tr h="863679">
                <a:tc>
                  <a:txBody>
                    <a:bodyPr/>
                    <a:lstStyle/>
                    <a:p>
                      <a:pPr>
                        <a:lnSpc>
                          <a:spcPts val="1650"/>
                        </a:lnSpc>
                        <a:buNone/>
                      </a:pPr>
                      <a:r>
                        <a:rPr lang="en-IN" sz="2000" b="1" dirty="0">
                          <a:effectLst/>
                        </a:rPr>
                        <a:t>A) R and P</a:t>
                      </a:r>
                    </a:p>
                  </a:txBody>
                  <a:tcPr marL="103455" marR="155183" marT="103455" marB="103455" anchor="ctr"/>
                </a:tc>
                <a:tc>
                  <a:txBody>
                    <a:bodyPr/>
                    <a:lstStyle/>
                    <a:p>
                      <a:pPr>
                        <a:lnSpc>
                          <a:spcPts val="1650"/>
                        </a:lnSpc>
                        <a:buNone/>
                      </a:pPr>
                      <a:r>
                        <a:rPr lang="en-IN" sz="2000" b="1" dirty="0">
                          <a:effectLst/>
                        </a:rPr>
                        <a:t>B) P and T</a:t>
                      </a:r>
                    </a:p>
                  </a:txBody>
                  <a:tcPr marL="103455" marR="103455" marT="103455" marB="103455" anchor="ctr"/>
                </a:tc>
                <a:extLst>
                  <a:ext uri="{0D108BD9-81ED-4DB2-BD59-A6C34878D82A}">
                    <a16:rowId xmlns:a16="http://schemas.microsoft.com/office/drawing/2014/main" val="1275151673"/>
                  </a:ext>
                </a:extLst>
              </a:tr>
              <a:tr h="863679">
                <a:tc>
                  <a:txBody>
                    <a:bodyPr/>
                    <a:lstStyle/>
                    <a:p>
                      <a:pPr>
                        <a:lnSpc>
                          <a:spcPts val="1650"/>
                        </a:lnSpc>
                        <a:buNone/>
                      </a:pPr>
                      <a:r>
                        <a:rPr lang="en-IN" sz="2000" b="1" dirty="0">
                          <a:effectLst/>
                        </a:rPr>
                        <a:t>C) Q and T</a:t>
                      </a:r>
                    </a:p>
                  </a:txBody>
                  <a:tcPr marL="103455" marR="155183" marT="103455" marB="103455" anchor="ctr"/>
                </a:tc>
                <a:tc>
                  <a:txBody>
                    <a:bodyPr/>
                    <a:lstStyle/>
                    <a:p>
                      <a:pPr>
                        <a:lnSpc>
                          <a:spcPts val="1650"/>
                        </a:lnSpc>
                        <a:buNone/>
                      </a:pPr>
                      <a:r>
                        <a:rPr lang="en-IN" sz="2000" b="1" dirty="0">
                          <a:effectLst/>
                        </a:rPr>
                        <a:t>D) S and T</a:t>
                      </a:r>
                    </a:p>
                  </a:txBody>
                  <a:tcPr marL="103455" marR="103455" marT="103455" marB="103455" anchor="ctr"/>
                </a:tc>
                <a:extLst>
                  <a:ext uri="{0D108BD9-81ED-4DB2-BD59-A6C34878D82A}">
                    <a16:rowId xmlns:a16="http://schemas.microsoft.com/office/drawing/2014/main" val="3365942439"/>
                  </a:ext>
                </a:extLst>
              </a:tr>
            </a:tbl>
          </a:graphicData>
        </a:graphic>
      </p:graphicFrame>
    </p:spTree>
    <p:extLst>
      <p:ext uri="{BB962C8B-B14F-4D97-AF65-F5344CB8AC3E}">
        <p14:creationId xmlns:p14="http://schemas.microsoft.com/office/powerpoint/2010/main" val="15249481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53CDD9-8AA5-F84A-711D-843E75A4837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7" name="Group 16">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7417" y="0"/>
            <a:ext cx="2926583" cy="2382977"/>
            <a:chOff x="6867015" y="-1"/>
            <a:chExt cx="5324985" cy="3251912"/>
          </a:xfrm>
          <a:solidFill>
            <a:schemeClr val="accent5">
              <a:alpha val="10000"/>
            </a:schemeClr>
          </a:solidFill>
        </p:grpSpPr>
        <p:sp>
          <p:nvSpPr>
            <p:cNvPr id="18" name="Freeform: Shape 17">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3">
            <a:extLst>
              <a:ext uri="{FF2B5EF4-FFF2-40B4-BE49-F238E27FC236}">
                <a16:creationId xmlns:a16="http://schemas.microsoft.com/office/drawing/2014/main" id="{0E681E6D-CF19-9022-C502-CDF6C6F558DA}"/>
              </a:ext>
            </a:extLst>
          </p:cNvPr>
          <p:cNvSpPr>
            <a:spLocks noChangeArrowheads="1"/>
          </p:cNvSpPr>
          <p:nvPr/>
        </p:nvSpPr>
        <p:spPr bwMode="auto">
          <a:xfrm>
            <a:off x="1085141" y="1497077"/>
            <a:ext cx="7375161" cy="2693976"/>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914400" eaLnBrk="1" hangingPunct="1">
              <a:lnSpc>
                <a:spcPct val="90000"/>
              </a:lnSpc>
              <a:spcAft>
                <a:spcPts val="600"/>
              </a:spcAft>
            </a:pPr>
            <a:r>
              <a:rPr lang="en-US" sz="2000" b="1">
                <a:solidFill>
                  <a:schemeClr val="tx2"/>
                </a:solidFill>
                <a:latin typeface="+mn-lt"/>
              </a:rPr>
              <a:t>Answer:</a:t>
            </a:r>
            <a:r>
              <a:rPr lang="en-US" sz="2000">
                <a:solidFill>
                  <a:schemeClr val="tx2"/>
                </a:solidFill>
                <a:latin typeface="+mn-lt"/>
              </a:rPr>
              <a:t> D) S and T</a:t>
            </a:r>
            <a:br>
              <a:rPr lang="en-US" sz="2000" dirty="0">
                <a:latin typeface="+mn-lt"/>
              </a:rPr>
            </a:br>
            <a:endParaRPr lang="en-US" sz="2000" dirty="0">
              <a:solidFill>
                <a:schemeClr val="tx2"/>
              </a:solidFill>
              <a:latin typeface="+mn-lt"/>
              <a:ea typeface="Calibri"/>
              <a:cs typeface="Calibri"/>
            </a:endParaRPr>
          </a:p>
          <a:p>
            <a:pPr defTabSz="914400" eaLnBrk="1" hangingPunct="1">
              <a:lnSpc>
                <a:spcPct val="90000"/>
              </a:lnSpc>
              <a:spcAft>
                <a:spcPts val="600"/>
              </a:spcAft>
            </a:pPr>
            <a:endParaRPr lang="en-US" sz="2000" dirty="0">
              <a:solidFill>
                <a:schemeClr val="tx2"/>
              </a:solidFill>
              <a:latin typeface="+mn-lt"/>
              <a:ea typeface="Calibri"/>
              <a:cs typeface="Calibri"/>
            </a:endParaRPr>
          </a:p>
          <a:p>
            <a:pPr defTabSz="914400" eaLnBrk="1" hangingPunct="1">
              <a:lnSpc>
                <a:spcPct val="90000"/>
              </a:lnSpc>
              <a:spcAft>
                <a:spcPts val="600"/>
              </a:spcAft>
            </a:pPr>
            <a:br>
              <a:rPr lang="en-US" sz="2000" dirty="0">
                <a:latin typeface="+mn-lt"/>
              </a:rPr>
            </a:br>
            <a:r>
              <a:rPr lang="en-US" sz="2000" b="1">
                <a:solidFill>
                  <a:schemeClr val="tx2"/>
                </a:solidFill>
                <a:latin typeface="+mn-lt"/>
              </a:rPr>
              <a:t>Explanation:</a:t>
            </a:r>
            <a:br>
              <a:rPr lang="en-US" sz="2000" dirty="0">
                <a:latin typeface="+mn-lt"/>
              </a:rPr>
            </a:br>
            <a:endParaRPr lang="en-US" sz="2000" dirty="0">
              <a:solidFill>
                <a:schemeClr val="tx2"/>
              </a:solidFill>
              <a:latin typeface="+mn-lt"/>
              <a:ea typeface="Calibri"/>
              <a:cs typeface="Calibri"/>
            </a:endParaRPr>
          </a:p>
          <a:p>
            <a:pPr defTabSz="914400" eaLnBrk="1" hangingPunct="1">
              <a:lnSpc>
                <a:spcPct val="90000"/>
              </a:lnSpc>
              <a:spcAft>
                <a:spcPts val="600"/>
              </a:spcAft>
            </a:pPr>
            <a:r>
              <a:rPr lang="en-US" sz="2000">
                <a:solidFill>
                  <a:schemeClr val="tx2"/>
                </a:solidFill>
                <a:latin typeface="+mn-lt"/>
              </a:rPr>
              <a:t>T is the brother of S, who is the daughter of R. So, T and S are the children of R. </a:t>
            </a:r>
            <a:endParaRPr lang="en-US" sz="2000" dirty="0">
              <a:solidFill>
                <a:schemeClr val="tx2"/>
              </a:solidFill>
              <a:latin typeface="+mn-lt"/>
              <a:ea typeface="Calibri"/>
              <a:cs typeface="Calibri"/>
            </a:endParaRPr>
          </a:p>
          <a:p>
            <a:pPr defTabSz="914400" eaLnBrk="1" hangingPunct="1">
              <a:lnSpc>
                <a:spcPct val="90000"/>
              </a:lnSpc>
              <a:spcAft>
                <a:spcPts val="600"/>
              </a:spcAft>
            </a:pPr>
            <a:r>
              <a:rPr lang="en-US" sz="2000">
                <a:solidFill>
                  <a:schemeClr val="tx2"/>
                </a:solidFill>
                <a:latin typeface="+mn-lt"/>
              </a:rPr>
              <a:t>Now. Q is the brother of R. So, T and S are the cousins of Q. </a:t>
            </a:r>
            <a:endParaRPr lang="en-US" sz="2000" dirty="0">
              <a:solidFill>
                <a:schemeClr val="tx2"/>
              </a:solidFill>
              <a:latin typeface="+mn-lt"/>
              <a:ea typeface="Calibri"/>
              <a:cs typeface="Calibri"/>
            </a:endParaRPr>
          </a:p>
        </p:txBody>
      </p:sp>
      <p:grpSp>
        <p:nvGrpSpPr>
          <p:cNvPr id="23" name="Group 22">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174211" cy="2175328"/>
            <a:chOff x="-305" y="-1"/>
            <a:chExt cx="3832880" cy="2876136"/>
          </a:xfrm>
        </p:grpSpPr>
        <p:sp>
          <p:nvSpPr>
            <p:cNvPr id="24" name="Freeform: Shape 23">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45045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D619B5-4C1C-31A2-9F39-97CFC7380D4E}"/>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1" y="3985"/>
            <a:ext cx="7329573" cy="6858000"/>
            <a:chOff x="1303402" y="3985"/>
            <a:chExt cx="9772765" cy="6858000"/>
          </a:xfrm>
        </p:grpSpPr>
        <p:sp>
          <p:nvSpPr>
            <p:cNvPr id="40" name="Freeform: Shape 39">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Freeform: Shape 41">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Freeform: Shape 43">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45" name="Freeform: Shape 44">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6" name="Freeform: Shape 45">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8" name="Rectangle 3">
            <a:extLst>
              <a:ext uri="{FF2B5EF4-FFF2-40B4-BE49-F238E27FC236}">
                <a16:creationId xmlns:a16="http://schemas.microsoft.com/office/drawing/2014/main" id="{F3CC6151-1262-7AAE-059A-E387C5A8059B}"/>
              </a:ext>
            </a:extLst>
          </p:cNvPr>
          <p:cNvSpPr>
            <a:spLocks noChangeArrowheads="1"/>
          </p:cNvSpPr>
          <p:nvPr/>
        </p:nvSpPr>
        <p:spPr bwMode="auto">
          <a:xfrm>
            <a:off x="2289133" y="2890680"/>
            <a:ext cx="4867044" cy="101677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6"/>
          </a:lnRef>
          <a:fillRef idx="2">
            <a:schemeClr val="accent6"/>
          </a:fillRef>
          <a:effectRef idx="1">
            <a:schemeClr val="accent6"/>
          </a:effectRef>
          <a:fontRef idx="minor">
            <a:schemeClr val="dk1"/>
          </a:fontRef>
        </p:style>
        <p:txBody>
          <a:bodyPr vert="horz" lIns="91440" tIns="45720" rIns="91440" bIns="45720" numCol="1" rtlCol="0" anchor="b"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914400" eaLnBrk="1" hangingPunct="1">
              <a:lnSpc>
                <a:spcPct val="90000"/>
              </a:lnSpc>
              <a:spcAft>
                <a:spcPts val="600"/>
              </a:spcAft>
            </a:pPr>
            <a:r>
              <a:rPr lang="en-US" sz="6000" b="1" kern="1200" dirty="0">
                <a:solidFill>
                  <a:schemeClr val="tx2"/>
                </a:solidFill>
                <a:latin typeface="+mj-lt"/>
                <a:ea typeface="+mj-ea"/>
                <a:cs typeface="+mj-cs"/>
              </a:rPr>
              <a:t>THANK YOU</a:t>
            </a:r>
            <a:endParaRPr lang="en-US" sz="6000" b="1" kern="1200">
              <a:solidFill>
                <a:schemeClr val="tx2"/>
              </a:solidFill>
              <a:latin typeface="+mj-lt"/>
              <a:ea typeface="Calibri"/>
              <a:cs typeface="Calibri"/>
            </a:endParaRPr>
          </a:p>
        </p:txBody>
      </p:sp>
    </p:spTree>
    <p:extLst>
      <p:ext uri="{BB962C8B-B14F-4D97-AF65-F5344CB8AC3E}">
        <p14:creationId xmlns:p14="http://schemas.microsoft.com/office/powerpoint/2010/main" val="3170979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TotalTime>
  <Words>3079</Words>
  <Application>Microsoft Office PowerPoint</Application>
  <PresentationFormat>On-screen Show (4:3)</PresentationFormat>
  <Paragraphs>350</Paragraphs>
  <Slides>54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Inter</vt:lpstr>
      <vt:lpstr>Office Theme</vt:lpstr>
      <vt:lpstr>Blood Relations – Aptitude &amp; Reasoning</vt:lpstr>
      <vt:lpstr>Introduction</vt:lpstr>
      <vt:lpstr>PowerPoint Presentation</vt:lpstr>
      <vt:lpstr>Relations from one generation to next:</vt:lpstr>
      <vt:lpstr>Different types of questions with explanation: </vt:lpstr>
      <vt:lpstr>Different types of questions with explanation: </vt:lpstr>
      <vt:lpstr>Different types of questions with explanation:</vt:lpstr>
      <vt:lpstr>Different types of questions with explanation:</vt:lpstr>
      <vt:lpstr>Question 1</vt:lpstr>
      <vt:lpstr>PowerPoint Presentation</vt:lpstr>
      <vt:lpstr>Question 2</vt:lpstr>
      <vt:lpstr>PowerPoint Presentation</vt:lpstr>
      <vt:lpstr>Question 3</vt:lpstr>
      <vt:lpstr>PowerPoint Presentation</vt:lpstr>
      <vt:lpstr>Question 4</vt:lpstr>
      <vt:lpstr>PowerPoint Presentation</vt:lpstr>
      <vt:lpstr>Question 5</vt:lpstr>
      <vt:lpstr>PowerPoint Presentation</vt:lpstr>
      <vt:lpstr>Question 6</vt:lpstr>
      <vt:lpstr>PowerPoint Presentation</vt:lpstr>
      <vt:lpstr>Question 7</vt:lpstr>
      <vt:lpstr>PowerPoint Presentation</vt:lpstr>
      <vt:lpstr>Question 8</vt:lpstr>
      <vt:lpstr>PowerPoint Presentation</vt:lpstr>
      <vt:lpstr>Question 9</vt:lpstr>
      <vt:lpstr>PowerPoint Presentation</vt:lpstr>
      <vt:lpstr>Question 10</vt:lpstr>
      <vt:lpstr>PowerPoint Presentation</vt:lpstr>
      <vt:lpstr>Question 11</vt:lpstr>
      <vt:lpstr>PowerPoint Presentation</vt:lpstr>
      <vt:lpstr>Question 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Bharath Kumar. K</cp:lastModifiedBy>
  <cp:revision>227</cp:revision>
  <dcterms:created xsi:type="dcterms:W3CDTF">2013-01-27T09:14:16Z</dcterms:created>
  <dcterms:modified xsi:type="dcterms:W3CDTF">2025-12-18T17:34:27Z</dcterms:modified>
  <cp:category/>
</cp:coreProperties>
</file>